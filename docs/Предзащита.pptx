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0"/>
  </p:notesMasterIdLst>
  <p:sldIdLst>
    <p:sldId id="256" r:id="rId2"/>
    <p:sldId id="307" r:id="rId3"/>
    <p:sldId id="310" r:id="rId4"/>
    <p:sldId id="258" r:id="rId5"/>
    <p:sldId id="308" r:id="rId6"/>
    <p:sldId id="309" r:id="rId7"/>
    <p:sldId id="311" r:id="rId8"/>
    <p:sldId id="312" r:id="rId9"/>
    <p:sldId id="313" r:id="rId10"/>
    <p:sldId id="314" r:id="rId11"/>
    <p:sldId id="315" r:id="rId12"/>
    <p:sldId id="323" r:id="rId13"/>
    <p:sldId id="318" r:id="rId14"/>
    <p:sldId id="319" r:id="rId15"/>
    <p:sldId id="317" r:id="rId16"/>
    <p:sldId id="320" r:id="rId17"/>
    <p:sldId id="321" r:id="rId18"/>
    <p:sldId id="322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igtree" panose="020B0604020202020204" charset="0"/>
      <p:regular r:id="rId25"/>
      <p:bold r:id="rId26"/>
      <p:italic r:id="rId27"/>
      <p:boldItalic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Sora" panose="020B0604020202020204" charset="0"/>
      <p:regular r:id="rId37"/>
      <p:bold r:id="rId38"/>
    </p:embeddedFont>
    <p:embeddedFont>
      <p:font typeface="Sora ExtraBold" panose="020B0604020202020204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7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3837F3-BFB2-4D41-BDEC-DF05334BBE24}">
  <a:tblStyle styleId="{7C3837F3-BFB2-4D41-BDEC-DF05334BBE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 snapToGrid="0">
      <p:cViewPr>
        <p:scale>
          <a:sx n="100" d="100"/>
          <a:sy n="100" d="100"/>
        </p:scale>
        <p:origin x="47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e83fd9395e_0_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e83fd9395e_0_9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693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83fd9395e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83fd9395e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82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83fd9395e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83fd9395e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94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246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217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926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401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550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68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90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03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73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110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982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489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724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10025"/>
            <a:ext cx="3725400" cy="19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80150"/>
            <a:ext cx="3725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720000" y="1149500"/>
            <a:ext cx="2516400" cy="23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9" name="Google Shape;129;p7"/>
          <p:cNvGrpSpPr/>
          <p:nvPr/>
        </p:nvGrpSpPr>
        <p:grpSpPr>
          <a:xfrm>
            <a:off x="7171256" y="-692041"/>
            <a:ext cx="2879381" cy="2298358"/>
            <a:chOff x="7171256" y="-692041"/>
            <a:chExt cx="2879381" cy="2298358"/>
          </a:xfrm>
        </p:grpSpPr>
        <p:sp>
          <p:nvSpPr>
            <p:cNvPr id="130" name="Google Shape;130;p7"/>
            <p:cNvSpPr/>
            <p:nvPr/>
          </p:nvSpPr>
          <p:spPr>
            <a:xfrm rot="1499616" flipH="1">
              <a:off x="8575019" y="93375"/>
              <a:ext cx="1258112" cy="1308419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-1762635">
              <a:off x="7391244" y="-537876"/>
              <a:ext cx="927341" cy="1140008"/>
            </a:xfrm>
            <a:custGeom>
              <a:avLst/>
              <a:gdLst/>
              <a:ahLst/>
              <a:cxnLst/>
              <a:rect l="l" t="t" r="r" b="b"/>
              <a:pathLst>
                <a:path w="12460" h="15317" extrusionOk="0">
                  <a:moveTo>
                    <a:pt x="4540" y="0"/>
                  </a:moveTo>
                  <a:cubicBezTo>
                    <a:pt x="4496" y="0"/>
                    <a:pt x="4452" y="0"/>
                    <a:pt x="4407" y="1"/>
                  </a:cubicBezTo>
                  <a:cubicBezTo>
                    <a:pt x="3306" y="9"/>
                    <a:pt x="2141" y="185"/>
                    <a:pt x="1302" y="962"/>
                  </a:cubicBezTo>
                  <a:cubicBezTo>
                    <a:pt x="655" y="1566"/>
                    <a:pt x="324" y="2406"/>
                    <a:pt x="219" y="3270"/>
                  </a:cubicBezTo>
                  <a:cubicBezTo>
                    <a:pt x="0" y="5081"/>
                    <a:pt x="368" y="7547"/>
                    <a:pt x="865" y="9314"/>
                  </a:cubicBezTo>
                  <a:cubicBezTo>
                    <a:pt x="1296" y="10890"/>
                    <a:pt x="2253" y="12311"/>
                    <a:pt x="3997" y="12311"/>
                  </a:cubicBezTo>
                  <a:cubicBezTo>
                    <a:pt x="4062" y="12311"/>
                    <a:pt x="4129" y="12309"/>
                    <a:pt x="4198" y="12305"/>
                  </a:cubicBezTo>
                  <a:cubicBezTo>
                    <a:pt x="4722" y="12269"/>
                    <a:pt x="5264" y="12189"/>
                    <a:pt x="5805" y="12084"/>
                  </a:cubicBezTo>
                  <a:lnTo>
                    <a:pt x="5805" y="12084"/>
                  </a:lnTo>
                  <a:cubicBezTo>
                    <a:pt x="5824" y="13081"/>
                    <a:pt x="5744" y="14089"/>
                    <a:pt x="5562" y="15075"/>
                  </a:cubicBezTo>
                  <a:cubicBezTo>
                    <a:pt x="5540" y="15186"/>
                    <a:pt x="5628" y="15317"/>
                    <a:pt x="5739" y="15317"/>
                  </a:cubicBezTo>
                  <a:cubicBezTo>
                    <a:pt x="5769" y="15317"/>
                    <a:pt x="5801" y="15307"/>
                    <a:pt x="5832" y="15285"/>
                  </a:cubicBezTo>
                  <a:cubicBezTo>
                    <a:pt x="7406" y="14114"/>
                    <a:pt x="8710" y="12636"/>
                    <a:pt x="9671" y="10930"/>
                  </a:cubicBezTo>
                  <a:cubicBezTo>
                    <a:pt x="10300" y="10704"/>
                    <a:pt x="10922" y="10406"/>
                    <a:pt x="11350" y="9864"/>
                  </a:cubicBezTo>
                  <a:cubicBezTo>
                    <a:pt x="11847" y="9226"/>
                    <a:pt x="11996" y="8403"/>
                    <a:pt x="12101" y="7625"/>
                  </a:cubicBezTo>
                  <a:cubicBezTo>
                    <a:pt x="12303" y="5982"/>
                    <a:pt x="12460" y="4181"/>
                    <a:pt x="12214" y="2536"/>
                  </a:cubicBezTo>
                  <a:cubicBezTo>
                    <a:pt x="11979" y="1050"/>
                    <a:pt x="10913" y="718"/>
                    <a:pt x="9583" y="464"/>
                  </a:cubicBezTo>
                  <a:cubicBezTo>
                    <a:pt x="7922" y="158"/>
                    <a:pt x="6235" y="0"/>
                    <a:pt x="45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7071961" y="157915"/>
            <a:ext cx="2100952" cy="1448415"/>
            <a:chOff x="7071961" y="157915"/>
            <a:chExt cx="2100952" cy="1448415"/>
          </a:xfrm>
        </p:grpSpPr>
        <p:grpSp>
          <p:nvGrpSpPr>
            <p:cNvPr id="133" name="Google Shape;133;p7"/>
            <p:cNvGrpSpPr/>
            <p:nvPr/>
          </p:nvGrpSpPr>
          <p:grpSpPr>
            <a:xfrm>
              <a:off x="8290830" y="157915"/>
              <a:ext cx="133260" cy="129152"/>
              <a:chOff x="3739723" y="2282290"/>
              <a:chExt cx="690824" cy="669530"/>
            </a:xfrm>
          </p:grpSpPr>
          <p:sp>
            <p:nvSpPr>
              <p:cNvPr id="134" name="Google Shape;134;p7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7"/>
            <p:cNvGrpSpPr/>
            <p:nvPr/>
          </p:nvGrpSpPr>
          <p:grpSpPr>
            <a:xfrm rot="10800000">
              <a:off x="7071961" y="176680"/>
              <a:ext cx="371307" cy="91637"/>
              <a:chOff x="4241622" y="1303995"/>
              <a:chExt cx="1256112" cy="310004"/>
            </a:xfrm>
          </p:grpSpPr>
          <p:sp>
            <p:nvSpPr>
              <p:cNvPr id="139" name="Google Shape;139;p7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" name="Google Shape;142;p7"/>
            <p:cNvSpPr/>
            <p:nvPr/>
          </p:nvSpPr>
          <p:spPr>
            <a:xfrm>
              <a:off x="8866309" y="91885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8819036" y="1514692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7181773" y="-609301"/>
            <a:ext cx="2180934" cy="1196875"/>
            <a:chOff x="7181773" y="-609301"/>
            <a:chExt cx="2180934" cy="1196875"/>
          </a:xfrm>
        </p:grpSpPr>
        <p:grpSp>
          <p:nvGrpSpPr>
            <p:cNvPr id="145" name="Google Shape;145;p7"/>
            <p:cNvGrpSpPr/>
            <p:nvPr/>
          </p:nvGrpSpPr>
          <p:grpSpPr>
            <a:xfrm>
              <a:off x="8430783" y="-423726"/>
              <a:ext cx="931925" cy="1011299"/>
              <a:chOff x="7964808" y="1223299"/>
              <a:chExt cx="931925" cy="1011299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7988310" y="1243878"/>
                <a:ext cx="884921" cy="969533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7962" extrusionOk="0">
                    <a:moveTo>
                      <a:pt x="6320" y="1"/>
                    </a:moveTo>
                    <a:cubicBezTo>
                      <a:pt x="6155" y="1"/>
                      <a:pt x="5993" y="51"/>
                      <a:pt x="5860" y="153"/>
                    </a:cubicBezTo>
                    <a:lnTo>
                      <a:pt x="5142" y="948"/>
                    </a:lnTo>
                    <a:lnTo>
                      <a:pt x="5134" y="948"/>
                    </a:lnTo>
                    <a:lnTo>
                      <a:pt x="876" y="5733"/>
                    </a:lnTo>
                    <a:lnTo>
                      <a:pt x="1170" y="6002"/>
                    </a:lnTo>
                    <a:lnTo>
                      <a:pt x="1170" y="6002"/>
                    </a:lnTo>
                    <a:lnTo>
                      <a:pt x="876" y="5741"/>
                    </a:lnTo>
                    <a:lnTo>
                      <a:pt x="1" y="7962"/>
                    </a:lnTo>
                    <a:lnTo>
                      <a:pt x="2108" y="6843"/>
                    </a:lnTo>
                    <a:lnTo>
                      <a:pt x="6374" y="2050"/>
                    </a:lnTo>
                    <a:lnTo>
                      <a:pt x="7083" y="1238"/>
                    </a:lnTo>
                    <a:cubicBezTo>
                      <a:pt x="7266" y="923"/>
                      <a:pt x="7197" y="495"/>
                      <a:pt x="6890" y="224"/>
                    </a:cubicBezTo>
                    <a:cubicBezTo>
                      <a:pt x="6890" y="213"/>
                      <a:pt x="6882" y="213"/>
                      <a:pt x="6874" y="205"/>
                    </a:cubicBezTo>
                    <a:cubicBezTo>
                      <a:pt x="6709" y="69"/>
                      <a:pt x="6512" y="1"/>
                      <a:pt x="6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7988310" y="1942959"/>
                <a:ext cx="256696" cy="270451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221" extrusionOk="0">
                    <a:moveTo>
                      <a:pt x="876" y="0"/>
                    </a:moveTo>
                    <a:lnTo>
                      <a:pt x="1" y="2221"/>
                    </a:lnTo>
                    <a:lnTo>
                      <a:pt x="2108" y="1102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7964808" y="1921771"/>
                <a:ext cx="302726" cy="312827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569" extrusionOk="0">
                    <a:moveTo>
                      <a:pt x="1138" y="462"/>
                    </a:moveTo>
                    <a:lnTo>
                      <a:pt x="2003" y="1240"/>
                    </a:lnTo>
                    <a:lnTo>
                      <a:pt x="517" y="2027"/>
                    </a:lnTo>
                    <a:lnTo>
                      <a:pt x="517" y="2027"/>
                    </a:lnTo>
                    <a:lnTo>
                      <a:pt x="1138" y="462"/>
                    </a:lnTo>
                    <a:close/>
                    <a:moveTo>
                      <a:pt x="1069" y="1"/>
                    </a:moveTo>
                    <a:cubicBezTo>
                      <a:pt x="1054" y="1"/>
                      <a:pt x="1039" y="3"/>
                      <a:pt x="1025" y="8"/>
                    </a:cubicBezTo>
                    <a:cubicBezTo>
                      <a:pt x="972" y="17"/>
                      <a:pt x="928" y="61"/>
                      <a:pt x="901" y="113"/>
                    </a:cubicBezTo>
                    <a:lnTo>
                      <a:pt x="28" y="2334"/>
                    </a:lnTo>
                    <a:cubicBezTo>
                      <a:pt x="1" y="2403"/>
                      <a:pt x="19" y="2483"/>
                      <a:pt x="80" y="2527"/>
                    </a:cubicBezTo>
                    <a:cubicBezTo>
                      <a:pt x="105" y="2552"/>
                      <a:pt x="150" y="2569"/>
                      <a:pt x="194" y="2569"/>
                    </a:cubicBezTo>
                    <a:cubicBezTo>
                      <a:pt x="219" y="2569"/>
                      <a:pt x="246" y="2560"/>
                      <a:pt x="271" y="2552"/>
                    </a:cubicBezTo>
                    <a:lnTo>
                      <a:pt x="2389" y="1425"/>
                    </a:lnTo>
                    <a:cubicBezTo>
                      <a:pt x="2433" y="1398"/>
                      <a:pt x="2466" y="1345"/>
                      <a:pt x="2475" y="1293"/>
                    </a:cubicBezTo>
                    <a:cubicBezTo>
                      <a:pt x="2485" y="1240"/>
                      <a:pt x="2458" y="1179"/>
                      <a:pt x="2414" y="1144"/>
                    </a:cubicBezTo>
                    <a:lnTo>
                      <a:pt x="1182" y="42"/>
                    </a:lnTo>
                    <a:cubicBezTo>
                      <a:pt x="1150" y="18"/>
                      <a:pt x="1109" y="1"/>
                      <a:pt x="10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7"/>
              <p:cNvSpPr/>
              <p:nvPr/>
            </p:nvSpPr>
            <p:spPr>
              <a:xfrm>
                <a:off x="7988310" y="2119525"/>
                <a:ext cx="88529" cy="9388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71" extrusionOk="0">
                    <a:moveTo>
                      <a:pt x="299" y="0"/>
                    </a:moveTo>
                    <a:lnTo>
                      <a:pt x="1" y="771"/>
                    </a:lnTo>
                    <a:lnTo>
                      <a:pt x="727" y="387"/>
                    </a:lnTo>
                    <a:lnTo>
                      <a:pt x="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7"/>
              <p:cNvSpPr/>
              <p:nvPr/>
            </p:nvSpPr>
            <p:spPr>
              <a:xfrm>
                <a:off x="8071359" y="1338006"/>
                <a:ext cx="716753" cy="759358"/>
              </a:xfrm>
              <a:custGeom>
                <a:avLst/>
                <a:gdLst/>
                <a:ahLst/>
                <a:cxnLst/>
                <a:rect l="l" t="t" r="r" b="b"/>
                <a:pathLst>
                  <a:path w="5886" h="6236" extrusionOk="0">
                    <a:moveTo>
                      <a:pt x="4469" y="412"/>
                    </a:moveTo>
                    <a:lnTo>
                      <a:pt x="5457" y="1296"/>
                    </a:lnTo>
                    <a:lnTo>
                      <a:pt x="1417" y="5824"/>
                    </a:lnTo>
                    <a:lnTo>
                      <a:pt x="909" y="5380"/>
                    </a:lnTo>
                    <a:lnTo>
                      <a:pt x="429" y="4949"/>
                    </a:lnTo>
                    <a:lnTo>
                      <a:pt x="4469" y="412"/>
                    </a:lnTo>
                    <a:close/>
                    <a:moveTo>
                      <a:pt x="4443" y="1"/>
                    </a:moveTo>
                    <a:cubicBezTo>
                      <a:pt x="4399" y="9"/>
                      <a:pt x="4355" y="28"/>
                      <a:pt x="4328" y="62"/>
                    </a:cubicBezTo>
                    <a:lnTo>
                      <a:pt x="62" y="4844"/>
                    </a:lnTo>
                    <a:cubicBezTo>
                      <a:pt x="1" y="4924"/>
                      <a:pt x="9" y="5029"/>
                      <a:pt x="78" y="5090"/>
                    </a:cubicBezTo>
                    <a:lnTo>
                      <a:pt x="1312" y="6192"/>
                    </a:lnTo>
                    <a:cubicBezTo>
                      <a:pt x="1348" y="6227"/>
                      <a:pt x="1390" y="6236"/>
                      <a:pt x="1426" y="6236"/>
                    </a:cubicBezTo>
                    <a:cubicBezTo>
                      <a:pt x="1478" y="6236"/>
                      <a:pt x="1522" y="6219"/>
                      <a:pt x="1558" y="6183"/>
                    </a:cubicBezTo>
                    <a:lnTo>
                      <a:pt x="5824" y="1392"/>
                    </a:lnTo>
                    <a:cubicBezTo>
                      <a:pt x="5885" y="1321"/>
                      <a:pt x="5877" y="1216"/>
                      <a:pt x="5808" y="1147"/>
                    </a:cubicBezTo>
                    <a:lnTo>
                      <a:pt x="4565" y="45"/>
                    </a:lnTo>
                    <a:cubicBezTo>
                      <a:pt x="4538" y="18"/>
                      <a:pt x="4496" y="1"/>
                      <a:pt x="4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8591936" y="1223299"/>
                <a:ext cx="304797" cy="291761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396" extrusionOk="0">
                    <a:moveTo>
                      <a:pt x="1361" y="340"/>
                    </a:moveTo>
                    <a:cubicBezTo>
                      <a:pt x="1514" y="340"/>
                      <a:pt x="1672" y="395"/>
                      <a:pt x="1803" y="506"/>
                    </a:cubicBezTo>
                    <a:lnTo>
                      <a:pt x="1820" y="515"/>
                    </a:lnTo>
                    <a:cubicBezTo>
                      <a:pt x="2057" y="733"/>
                      <a:pt x="2126" y="1056"/>
                      <a:pt x="1986" y="1310"/>
                    </a:cubicBezTo>
                    <a:lnTo>
                      <a:pt x="1400" y="1984"/>
                    </a:lnTo>
                    <a:lnTo>
                      <a:pt x="420" y="1109"/>
                    </a:lnTo>
                    <a:lnTo>
                      <a:pt x="1016" y="445"/>
                    </a:lnTo>
                    <a:cubicBezTo>
                      <a:pt x="1117" y="375"/>
                      <a:pt x="1238" y="340"/>
                      <a:pt x="1361" y="340"/>
                    </a:cubicBezTo>
                    <a:close/>
                    <a:moveTo>
                      <a:pt x="1367" y="0"/>
                    </a:moveTo>
                    <a:cubicBezTo>
                      <a:pt x="1163" y="0"/>
                      <a:pt x="962" y="64"/>
                      <a:pt x="798" y="191"/>
                    </a:cubicBezTo>
                    <a:cubicBezTo>
                      <a:pt x="788" y="191"/>
                      <a:pt x="779" y="200"/>
                      <a:pt x="779" y="208"/>
                    </a:cubicBezTo>
                    <a:lnTo>
                      <a:pt x="45" y="1012"/>
                    </a:lnTo>
                    <a:cubicBezTo>
                      <a:pt x="19" y="1039"/>
                      <a:pt x="1" y="1092"/>
                      <a:pt x="1" y="1136"/>
                    </a:cubicBezTo>
                    <a:cubicBezTo>
                      <a:pt x="11" y="1180"/>
                      <a:pt x="28" y="1222"/>
                      <a:pt x="64" y="1249"/>
                    </a:cubicBezTo>
                    <a:lnTo>
                      <a:pt x="1295" y="2351"/>
                    </a:lnTo>
                    <a:cubicBezTo>
                      <a:pt x="1331" y="2376"/>
                      <a:pt x="1375" y="2395"/>
                      <a:pt x="1409" y="2395"/>
                    </a:cubicBezTo>
                    <a:lnTo>
                      <a:pt x="1428" y="2395"/>
                    </a:lnTo>
                    <a:cubicBezTo>
                      <a:pt x="1470" y="2395"/>
                      <a:pt x="1514" y="2368"/>
                      <a:pt x="1541" y="2343"/>
                    </a:cubicBezTo>
                    <a:lnTo>
                      <a:pt x="2248" y="1520"/>
                    </a:lnTo>
                    <a:cubicBezTo>
                      <a:pt x="2257" y="1511"/>
                      <a:pt x="2267" y="1503"/>
                      <a:pt x="2267" y="1495"/>
                    </a:cubicBezTo>
                    <a:cubicBezTo>
                      <a:pt x="2502" y="1109"/>
                      <a:pt x="2414" y="584"/>
                      <a:pt x="2047" y="261"/>
                    </a:cubicBezTo>
                    <a:cubicBezTo>
                      <a:pt x="2047" y="261"/>
                      <a:pt x="2038" y="252"/>
                      <a:pt x="2022" y="244"/>
                    </a:cubicBezTo>
                    <a:cubicBezTo>
                      <a:pt x="1831" y="82"/>
                      <a:pt x="1597" y="0"/>
                      <a:pt x="1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8153434" y="1410338"/>
                <a:ext cx="549559" cy="611407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5021" extrusionOk="0">
                    <a:moveTo>
                      <a:pt x="4258" y="1"/>
                    </a:moveTo>
                    <a:lnTo>
                      <a:pt x="0" y="4802"/>
                    </a:lnTo>
                    <a:lnTo>
                      <a:pt x="254" y="5021"/>
                    </a:lnTo>
                    <a:lnTo>
                      <a:pt x="4512" y="229"/>
                    </a:lnTo>
                    <a:lnTo>
                      <a:pt x="42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7"/>
            <p:cNvSpPr/>
            <p:nvPr/>
          </p:nvSpPr>
          <p:spPr>
            <a:xfrm flipH="1">
              <a:off x="7181773" y="-609301"/>
              <a:ext cx="1175719" cy="1196869"/>
            </a:xfrm>
            <a:custGeom>
              <a:avLst/>
              <a:gdLst/>
              <a:ahLst/>
              <a:cxnLst/>
              <a:rect l="l" t="t" r="r" b="b"/>
              <a:pathLst>
                <a:path w="4889" h="4977" extrusionOk="0">
                  <a:moveTo>
                    <a:pt x="953" y="2257"/>
                  </a:moveTo>
                  <a:cubicBezTo>
                    <a:pt x="1069" y="2257"/>
                    <a:pt x="1174" y="2309"/>
                    <a:pt x="1243" y="2378"/>
                  </a:cubicBezTo>
                  <a:cubicBezTo>
                    <a:pt x="1312" y="2450"/>
                    <a:pt x="1356" y="2544"/>
                    <a:pt x="1400" y="2641"/>
                  </a:cubicBezTo>
                  <a:cubicBezTo>
                    <a:pt x="1392" y="2660"/>
                    <a:pt x="1373" y="2676"/>
                    <a:pt x="1356" y="2685"/>
                  </a:cubicBezTo>
                  <a:cubicBezTo>
                    <a:pt x="1274" y="2763"/>
                    <a:pt x="1157" y="2802"/>
                    <a:pt x="1043" y="2802"/>
                  </a:cubicBezTo>
                  <a:cubicBezTo>
                    <a:pt x="939" y="2802"/>
                    <a:pt x="838" y="2769"/>
                    <a:pt x="771" y="2702"/>
                  </a:cubicBezTo>
                  <a:cubicBezTo>
                    <a:pt x="710" y="2641"/>
                    <a:pt x="691" y="2536"/>
                    <a:pt x="718" y="2439"/>
                  </a:cubicBezTo>
                  <a:cubicBezTo>
                    <a:pt x="744" y="2353"/>
                    <a:pt x="807" y="2282"/>
                    <a:pt x="884" y="2265"/>
                  </a:cubicBezTo>
                  <a:cubicBezTo>
                    <a:pt x="911" y="2257"/>
                    <a:pt x="937" y="2257"/>
                    <a:pt x="953" y="2257"/>
                  </a:cubicBezTo>
                  <a:close/>
                  <a:moveTo>
                    <a:pt x="2013" y="1"/>
                  </a:moveTo>
                  <a:cubicBezTo>
                    <a:pt x="1680" y="1"/>
                    <a:pt x="1566" y="324"/>
                    <a:pt x="1566" y="603"/>
                  </a:cubicBezTo>
                  <a:lnTo>
                    <a:pt x="1566" y="1845"/>
                  </a:lnTo>
                  <a:cubicBezTo>
                    <a:pt x="1566" y="2020"/>
                    <a:pt x="1566" y="2204"/>
                    <a:pt x="1531" y="2370"/>
                  </a:cubicBezTo>
                  <a:cubicBezTo>
                    <a:pt x="1497" y="2309"/>
                    <a:pt x="1453" y="2257"/>
                    <a:pt x="1409" y="2213"/>
                  </a:cubicBezTo>
                  <a:cubicBezTo>
                    <a:pt x="1286" y="2090"/>
                    <a:pt x="1117" y="2021"/>
                    <a:pt x="957" y="2021"/>
                  </a:cubicBezTo>
                  <a:cubicBezTo>
                    <a:pt x="911" y="2021"/>
                    <a:pt x="866" y="2027"/>
                    <a:pt x="823" y="2038"/>
                  </a:cubicBezTo>
                  <a:cubicBezTo>
                    <a:pt x="666" y="2083"/>
                    <a:pt x="534" y="2204"/>
                    <a:pt x="492" y="2378"/>
                  </a:cubicBezTo>
                  <a:cubicBezTo>
                    <a:pt x="439" y="2563"/>
                    <a:pt x="481" y="2746"/>
                    <a:pt x="605" y="2870"/>
                  </a:cubicBezTo>
                  <a:cubicBezTo>
                    <a:pt x="717" y="2982"/>
                    <a:pt x="881" y="3039"/>
                    <a:pt x="1048" y="3039"/>
                  </a:cubicBezTo>
                  <a:cubicBezTo>
                    <a:pt x="1205" y="3039"/>
                    <a:pt x="1365" y="2988"/>
                    <a:pt x="1489" y="2886"/>
                  </a:cubicBezTo>
                  <a:lnTo>
                    <a:pt x="1489" y="2886"/>
                  </a:lnTo>
                  <a:cubicBezTo>
                    <a:pt x="1688" y="3516"/>
                    <a:pt x="1497" y="3944"/>
                    <a:pt x="1304" y="4198"/>
                  </a:cubicBezTo>
                  <a:cubicBezTo>
                    <a:pt x="1016" y="4567"/>
                    <a:pt x="559" y="4744"/>
                    <a:pt x="229" y="4744"/>
                  </a:cubicBezTo>
                  <a:cubicBezTo>
                    <a:pt x="199" y="4744"/>
                    <a:pt x="169" y="4742"/>
                    <a:pt x="141" y="4739"/>
                  </a:cubicBezTo>
                  <a:lnTo>
                    <a:pt x="28" y="4723"/>
                  </a:lnTo>
                  <a:lnTo>
                    <a:pt x="1" y="4958"/>
                  </a:lnTo>
                  <a:lnTo>
                    <a:pt x="114" y="4968"/>
                  </a:lnTo>
                  <a:cubicBezTo>
                    <a:pt x="150" y="4977"/>
                    <a:pt x="194" y="4977"/>
                    <a:pt x="238" y="4977"/>
                  </a:cubicBezTo>
                  <a:cubicBezTo>
                    <a:pt x="630" y="4977"/>
                    <a:pt x="1155" y="4775"/>
                    <a:pt x="1489" y="4339"/>
                  </a:cubicBezTo>
                  <a:cubicBezTo>
                    <a:pt x="1732" y="4024"/>
                    <a:pt x="1969" y="3480"/>
                    <a:pt x="1663" y="2685"/>
                  </a:cubicBezTo>
                  <a:lnTo>
                    <a:pt x="1663" y="2676"/>
                  </a:lnTo>
                  <a:cubicBezTo>
                    <a:pt x="1803" y="2431"/>
                    <a:pt x="1803" y="2116"/>
                    <a:pt x="1803" y="1845"/>
                  </a:cubicBezTo>
                  <a:lnTo>
                    <a:pt x="1803" y="603"/>
                  </a:lnTo>
                  <a:cubicBezTo>
                    <a:pt x="1803" y="561"/>
                    <a:pt x="1812" y="236"/>
                    <a:pt x="2013" y="236"/>
                  </a:cubicBezTo>
                  <a:cubicBezTo>
                    <a:pt x="2118" y="236"/>
                    <a:pt x="2223" y="271"/>
                    <a:pt x="2232" y="586"/>
                  </a:cubicBezTo>
                  <a:lnTo>
                    <a:pt x="2276" y="2116"/>
                  </a:lnTo>
                  <a:cubicBezTo>
                    <a:pt x="2276" y="2248"/>
                    <a:pt x="2284" y="2406"/>
                    <a:pt x="2362" y="2544"/>
                  </a:cubicBezTo>
                  <a:cubicBezTo>
                    <a:pt x="2432" y="2657"/>
                    <a:pt x="2570" y="2757"/>
                    <a:pt x="2720" y="2757"/>
                  </a:cubicBezTo>
                  <a:cubicBezTo>
                    <a:pt x="2758" y="2757"/>
                    <a:pt x="2796" y="2751"/>
                    <a:pt x="2834" y="2737"/>
                  </a:cubicBezTo>
                  <a:cubicBezTo>
                    <a:pt x="3071" y="2660"/>
                    <a:pt x="3105" y="2387"/>
                    <a:pt x="3123" y="2282"/>
                  </a:cubicBezTo>
                  <a:lnTo>
                    <a:pt x="3201" y="1636"/>
                  </a:lnTo>
                  <a:cubicBezTo>
                    <a:pt x="3220" y="1531"/>
                    <a:pt x="3237" y="1417"/>
                    <a:pt x="3289" y="1338"/>
                  </a:cubicBezTo>
                  <a:cubicBezTo>
                    <a:pt x="3321" y="1284"/>
                    <a:pt x="3392" y="1230"/>
                    <a:pt x="3457" y="1230"/>
                  </a:cubicBezTo>
                  <a:cubicBezTo>
                    <a:pt x="3466" y="1230"/>
                    <a:pt x="3474" y="1231"/>
                    <a:pt x="3482" y="1233"/>
                  </a:cubicBezTo>
                  <a:cubicBezTo>
                    <a:pt x="3577" y="1260"/>
                    <a:pt x="3621" y="1382"/>
                    <a:pt x="3621" y="1478"/>
                  </a:cubicBezTo>
                  <a:cubicBezTo>
                    <a:pt x="3629" y="1539"/>
                    <a:pt x="3629" y="1600"/>
                    <a:pt x="3629" y="1652"/>
                  </a:cubicBezTo>
                  <a:cubicBezTo>
                    <a:pt x="3640" y="1749"/>
                    <a:pt x="3640" y="1837"/>
                    <a:pt x="3640" y="1925"/>
                  </a:cubicBezTo>
                  <a:cubicBezTo>
                    <a:pt x="3640" y="2083"/>
                    <a:pt x="3692" y="2213"/>
                    <a:pt x="3797" y="2309"/>
                  </a:cubicBezTo>
                  <a:cubicBezTo>
                    <a:pt x="3973" y="2479"/>
                    <a:pt x="4261" y="2506"/>
                    <a:pt x="4507" y="2506"/>
                  </a:cubicBezTo>
                  <a:cubicBezTo>
                    <a:pt x="4578" y="2506"/>
                    <a:pt x="4645" y="2504"/>
                    <a:pt x="4706" y="2502"/>
                  </a:cubicBezTo>
                  <a:cubicBezTo>
                    <a:pt x="4731" y="2502"/>
                    <a:pt x="4750" y="2492"/>
                    <a:pt x="4775" y="2492"/>
                  </a:cubicBezTo>
                  <a:lnTo>
                    <a:pt x="4888" y="2492"/>
                  </a:lnTo>
                  <a:lnTo>
                    <a:pt x="4880" y="2257"/>
                  </a:lnTo>
                  <a:lnTo>
                    <a:pt x="4767" y="2257"/>
                  </a:lnTo>
                  <a:cubicBezTo>
                    <a:pt x="4741" y="2265"/>
                    <a:pt x="4723" y="2265"/>
                    <a:pt x="4697" y="2265"/>
                  </a:cubicBezTo>
                  <a:cubicBezTo>
                    <a:pt x="4636" y="2267"/>
                    <a:pt x="4562" y="2271"/>
                    <a:pt x="4484" y="2271"/>
                  </a:cubicBezTo>
                  <a:cubicBezTo>
                    <a:pt x="4288" y="2271"/>
                    <a:pt x="4067" y="2250"/>
                    <a:pt x="3954" y="2143"/>
                  </a:cubicBezTo>
                  <a:cubicBezTo>
                    <a:pt x="3902" y="2091"/>
                    <a:pt x="3875" y="2020"/>
                    <a:pt x="3875" y="1925"/>
                  </a:cubicBezTo>
                  <a:cubicBezTo>
                    <a:pt x="3875" y="1829"/>
                    <a:pt x="3875" y="1740"/>
                    <a:pt x="3866" y="1644"/>
                  </a:cubicBezTo>
                  <a:cubicBezTo>
                    <a:pt x="3866" y="1591"/>
                    <a:pt x="3866" y="1531"/>
                    <a:pt x="3858" y="1478"/>
                  </a:cubicBezTo>
                  <a:cubicBezTo>
                    <a:pt x="3858" y="1277"/>
                    <a:pt x="3753" y="1058"/>
                    <a:pt x="3535" y="1006"/>
                  </a:cubicBezTo>
                  <a:cubicBezTo>
                    <a:pt x="3510" y="1000"/>
                    <a:pt x="3484" y="998"/>
                    <a:pt x="3458" y="998"/>
                  </a:cubicBezTo>
                  <a:cubicBezTo>
                    <a:pt x="3321" y="998"/>
                    <a:pt x="3176" y="1075"/>
                    <a:pt x="3088" y="1207"/>
                  </a:cubicBezTo>
                  <a:cubicBezTo>
                    <a:pt x="3010" y="1338"/>
                    <a:pt x="2983" y="1487"/>
                    <a:pt x="2974" y="1600"/>
                  </a:cubicBezTo>
                  <a:lnTo>
                    <a:pt x="2886" y="2248"/>
                  </a:lnTo>
                  <a:cubicBezTo>
                    <a:pt x="2861" y="2414"/>
                    <a:pt x="2825" y="2492"/>
                    <a:pt x="2756" y="2519"/>
                  </a:cubicBezTo>
                  <a:cubicBezTo>
                    <a:pt x="2746" y="2523"/>
                    <a:pt x="2736" y="2525"/>
                    <a:pt x="2725" y="2525"/>
                  </a:cubicBezTo>
                  <a:cubicBezTo>
                    <a:pt x="2666" y="2525"/>
                    <a:pt x="2593" y="2474"/>
                    <a:pt x="2563" y="2423"/>
                  </a:cubicBezTo>
                  <a:cubicBezTo>
                    <a:pt x="2511" y="2334"/>
                    <a:pt x="2511" y="2221"/>
                    <a:pt x="2511" y="2116"/>
                  </a:cubicBezTo>
                  <a:lnTo>
                    <a:pt x="2467" y="578"/>
                  </a:lnTo>
                  <a:cubicBezTo>
                    <a:pt x="2450" y="97"/>
                    <a:pt x="2213" y="1"/>
                    <a:pt x="2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303150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 hasCustomPrompt="1"/>
          </p:nvPr>
        </p:nvSpPr>
        <p:spPr>
          <a:xfrm>
            <a:off x="955025" y="1513200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955025" y="3133099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title" idx="7" hasCustomPrompt="1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955024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10" name="Google Shape;210;p13"/>
          <p:cNvGrpSpPr/>
          <p:nvPr/>
        </p:nvGrpSpPr>
        <p:grpSpPr>
          <a:xfrm>
            <a:off x="7207849" y="-520928"/>
            <a:ext cx="3082126" cy="2113620"/>
            <a:chOff x="7207849" y="-520928"/>
            <a:chExt cx="3082126" cy="2113620"/>
          </a:xfrm>
        </p:grpSpPr>
        <p:sp>
          <p:nvSpPr>
            <p:cNvPr id="211" name="Google Shape;211;p13"/>
            <p:cNvSpPr/>
            <p:nvPr/>
          </p:nvSpPr>
          <p:spPr>
            <a:xfrm rot="3600127" flipH="1">
              <a:off x="8798091" y="85060"/>
              <a:ext cx="1242882" cy="1292626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07849" y="-520928"/>
              <a:ext cx="954594" cy="1158980"/>
            </a:xfrm>
            <a:custGeom>
              <a:avLst/>
              <a:gdLst/>
              <a:ahLst/>
              <a:cxnLst/>
              <a:rect l="l" t="t" r="r" b="b"/>
              <a:pathLst>
                <a:path w="11667" h="14165" extrusionOk="0">
                  <a:moveTo>
                    <a:pt x="4479" y="0"/>
                  </a:moveTo>
                  <a:cubicBezTo>
                    <a:pt x="4407" y="0"/>
                    <a:pt x="4338" y="9"/>
                    <a:pt x="4269" y="9"/>
                  </a:cubicBezTo>
                  <a:cubicBezTo>
                    <a:pt x="4215" y="5"/>
                    <a:pt x="4162" y="3"/>
                    <a:pt x="4109" y="3"/>
                  </a:cubicBezTo>
                  <a:cubicBezTo>
                    <a:pt x="3915" y="3"/>
                    <a:pt x="3731" y="26"/>
                    <a:pt x="3559" y="61"/>
                  </a:cubicBezTo>
                  <a:cubicBezTo>
                    <a:pt x="2896" y="158"/>
                    <a:pt x="2256" y="376"/>
                    <a:pt x="1750" y="848"/>
                  </a:cubicBezTo>
                  <a:cubicBezTo>
                    <a:pt x="124" y="2334"/>
                    <a:pt x="0" y="7520"/>
                    <a:pt x="1383" y="9557"/>
                  </a:cubicBezTo>
                  <a:cubicBezTo>
                    <a:pt x="2405" y="11341"/>
                    <a:pt x="3788" y="12898"/>
                    <a:pt x="5448" y="14130"/>
                  </a:cubicBezTo>
                  <a:cubicBezTo>
                    <a:pt x="5480" y="14154"/>
                    <a:pt x="5512" y="14165"/>
                    <a:pt x="5543" y="14165"/>
                  </a:cubicBezTo>
                  <a:cubicBezTo>
                    <a:pt x="5659" y="14165"/>
                    <a:pt x="5758" y="14021"/>
                    <a:pt x="5738" y="13904"/>
                  </a:cubicBezTo>
                  <a:cubicBezTo>
                    <a:pt x="5545" y="12879"/>
                    <a:pt x="5457" y="11841"/>
                    <a:pt x="5475" y="10800"/>
                  </a:cubicBezTo>
                  <a:cubicBezTo>
                    <a:pt x="6674" y="10756"/>
                    <a:pt x="7862" y="10634"/>
                    <a:pt x="9043" y="10414"/>
                  </a:cubicBezTo>
                  <a:cubicBezTo>
                    <a:pt x="11465" y="9960"/>
                    <a:pt x="11666" y="7511"/>
                    <a:pt x="11595" y="5473"/>
                  </a:cubicBezTo>
                  <a:cubicBezTo>
                    <a:pt x="11553" y="4319"/>
                    <a:pt x="11595" y="3173"/>
                    <a:pt x="11299" y="2256"/>
                  </a:cubicBezTo>
                  <a:cubicBezTo>
                    <a:pt x="11001" y="1347"/>
                    <a:pt x="10380" y="665"/>
                    <a:pt x="9043" y="411"/>
                  </a:cubicBezTo>
                  <a:cubicBezTo>
                    <a:pt x="7538" y="130"/>
                    <a:pt x="6009" y="0"/>
                    <a:pt x="4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3"/>
          <p:cNvGrpSpPr/>
          <p:nvPr/>
        </p:nvGrpSpPr>
        <p:grpSpPr>
          <a:xfrm>
            <a:off x="7867225" y="-298086"/>
            <a:ext cx="1622585" cy="2312889"/>
            <a:chOff x="7975975" y="-375611"/>
            <a:chExt cx="1622585" cy="2312889"/>
          </a:xfrm>
        </p:grpSpPr>
        <p:grpSp>
          <p:nvGrpSpPr>
            <p:cNvPr id="214" name="Google Shape;214;p13"/>
            <p:cNvGrpSpPr/>
            <p:nvPr/>
          </p:nvGrpSpPr>
          <p:grpSpPr>
            <a:xfrm rot="1921088">
              <a:off x="8524329" y="-382055"/>
              <a:ext cx="261894" cy="997519"/>
              <a:chOff x="3841236" y="2462345"/>
              <a:chExt cx="261888" cy="997496"/>
            </a:xfrm>
          </p:grpSpPr>
          <p:sp>
            <p:nvSpPr>
              <p:cNvPr id="215" name="Google Shape;215;p13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1" name="Google Shape;221;p13"/>
            <p:cNvSpPr/>
            <p:nvPr/>
          </p:nvSpPr>
          <p:spPr>
            <a:xfrm rot="1989301" flipH="1">
              <a:off x="8112417" y="740776"/>
              <a:ext cx="1349701" cy="900747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3"/>
          <p:cNvGrpSpPr/>
          <p:nvPr/>
        </p:nvGrpSpPr>
        <p:grpSpPr>
          <a:xfrm>
            <a:off x="6577961" y="255292"/>
            <a:ext cx="2223332" cy="1555412"/>
            <a:chOff x="6577961" y="255292"/>
            <a:chExt cx="2223332" cy="1555412"/>
          </a:xfrm>
        </p:grpSpPr>
        <p:grpSp>
          <p:nvGrpSpPr>
            <p:cNvPr id="223" name="Google Shape;223;p13"/>
            <p:cNvGrpSpPr/>
            <p:nvPr/>
          </p:nvGrpSpPr>
          <p:grpSpPr>
            <a:xfrm>
              <a:off x="7867230" y="1087077"/>
              <a:ext cx="133260" cy="129152"/>
              <a:chOff x="3739723" y="2282290"/>
              <a:chExt cx="690824" cy="669530"/>
            </a:xfrm>
          </p:grpSpPr>
          <p:sp>
            <p:nvSpPr>
              <p:cNvPr id="224" name="Google Shape;224;p13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 rot="10800000">
              <a:off x="6577961" y="255292"/>
              <a:ext cx="371307" cy="91637"/>
              <a:chOff x="4241622" y="1303995"/>
              <a:chExt cx="1256112" cy="310004"/>
            </a:xfrm>
          </p:grpSpPr>
          <p:sp>
            <p:nvSpPr>
              <p:cNvPr id="229" name="Google Shape;229;p13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" name="Google Shape;232;p13"/>
            <p:cNvSpPr/>
            <p:nvPr/>
          </p:nvSpPr>
          <p:spPr>
            <a:xfrm>
              <a:off x="8370759" y="1785819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8709711" y="346929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5"/>
          <p:cNvGrpSpPr/>
          <p:nvPr/>
        </p:nvGrpSpPr>
        <p:grpSpPr>
          <a:xfrm>
            <a:off x="6668796" y="2836898"/>
            <a:ext cx="3030654" cy="2196623"/>
            <a:chOff x="6668796" y="2836898"/>
            <a:chExt cx="3030654" cy="2196623"/>
          </a:xfrm>
        </p:grpSpPr>
        <p:sp>
          <p:nvSpPr>
            <p:cNvPr id="240" name="Google Shape;240;p15"/>
            <p:cNvSpPr/>
            <p:nvPr/>
          </p:nvSpPr>
          <p:spPr>
            <a:xfrm>
              <a:off x="8084748" y="2836898"/>
              <a:ext cx="1614702" cy="1401658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668796" y="4183630"/>
              <a:ext cx="1577051" cy="849891"/>
            </a:xfrm>
            <a:custGeom>
              <a:avLst/>
              <a:gdLst/>
              <a:ahLst/>
              <a:cxnLst/>
              <a:rect l="l" t="t" r="r" b="b"/>
              <a:pathLst>
                <a:path w="26856" h="14473" extrusionOk="0">
                  <a:moveTo>
                    <a:pt x="10951" y="1"/>
                  </a:moveTo>
                  <a:cubicBezTo>
                    <a:pt x="9670" y="1"/>
                    <a:pt x="8389" y="14"/>
                    <a:pt x="7109" y="40"/>
                  </a:cubicBezTo>
                  <a:cubicBezTo>
                    <a:pt x="7050" y="41"/>
                    <a:pt x="6987" y="41"/>
                    <a:pt x="6920" y="41"/>
                  </a:cubicBezTo>
                  <a:cubicBezTo>
                    <a:pt x="6539" y="41"/>
                    <a:pt x="6052" y="27"/>
                    <a:pt x="5520" y="27"/>
                  </a:cubicBezTo>
                  <a:cubicBezTo>
                    <a:pt x="3918" y="27"/>
                    <a:pt x="1914" y="160"/>
                    <a:pt x="1216" y="1236"/>
                  </a:cubicBezTo>
                  <a:cubicBezTo>
                    <a:pt x="1" y="3116"/>
                    <a:pt x="1059" y="7043"/>
                    <a:pt x="2362" y="8661"/>
                  </a:cubicBezTo>
                  <a:cubicBezTo>
                    <a:pt x="3751" y="10381"/>
                    <a:pt x="6303" y="10697"/>
                    <a:pt x="8664" y="10697"/>
                  </a:cubicBezTo>
                  <a:cubicBezTo>
                    <a:pt x="9748" y="10697"/>
                    <a:pt x="10793" y="10630"/>
                    <a:pt x="11665" y="10602"/>
                  </a:cubicBezTo>
                  <a:cubicBezTo>
                    <a:pt x="12584" y="12088"/>
                    <a:pt x="13781" y="13391"/>
                    <a:pt x="15197" y="14441"/>
                  </a:cubicBezTo>
                  <a:cubicBezTo>
                    <a:pt x="15227" y="14463"/>
                    <a:pt x="15258" y="14473"/>
                    <a:pt x="15288" y="14473"/>
                  </a:cubicBezTo>
                  <a:cubicBezTo>
                    <a:pt x="15397" y="14473"/>
                    <a:pt x="15490" y="14341"/>
                    <a:pt x="15470" y="14231"/>
                  </a:cubicBezTo>
                  <a:cubicBezTo>
                    <a:pt x="15233" y="12963"/>
                    <a:pt x="15172" y="11687"/>
                    <a:pt x="15269" y="10401"/>
                  </a:cubicBezTo>
                  <a:cubicBezTo>
                    <a:pt x="18014" y="10182"/>
                    <a:pt x="20750" y="9780"/>
                    <a:pt x="23445" y="9116"/>
                  </a:cubicBezTo>
                  <a:cubicBezTo>
                    <a:pt x="26005" y="8487"/>
                    <a:pt x="26740" y="5740"/>
                    <a:pt x="26803" y="3450"/>
                  </a:cubicBezTo>
                  <a:cubicBezTo>
                    <a:pt x="26855" y="1666"/>
                    <a:pt x="25972" y="590"/>
                    <a:pt x="24135" y="460"/>
                  </a:cubicBezTo>
                  <a:cubicBezTo>
                    <a:pt x="19747" y="154"/>
                    <a:pt x="15348" y="1"/>
                    <a:pt x="109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5"/>
          <p:cNvSpPr txBox="1">
            <a:spLocks noGrp="1"/>
          </p:cNvSpPr>
          <p:nvPr>
            <p:ph type="subTitle" idx="1"/>
          </p:nvPr>
        </p:nvSpPr>
        <p:spPr>
          <a:xfrm>
            <a:off x="4598498" y="1453600"/>
            <a:ext cx="29886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5"/>
          <p:cNvSpPr txBox="1">
            <a:spLocks noGrp="1"/>
          </p:cNvSpPr>
          <p:nvPr>
            <p:ph type="subTitle" idx="2"/>
          </p:nvPr>
        </p:nvSpPr>
        <p:spPr>
          <a:xfrm>
            <a:off x="1300675" y="1453600"/>
            <a:ext cx="29886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6" name="Google Shape;246;p15"/>
          <p:cNvGrpSpPr/>
          <p:nvPr/>
        </p:nvGrpSpPr>
        <p:grpSpPr>
          <a:xfrm>
            <a:off x="6399084" y="3690280"/>
            <a:ext cx="2612396" cy="1183262"/>
            <a:chOff x="6399084" y="3690280"/>
            <a:chExt cx="2612396" cy="1183262"/>
          </a:xfrm>
        </p:grpSpPr>
        <p:grpSp>
          <p:nvGrpSpPr>
            <p:cNvPr id="247" name="Google Shape;247;p15"/>
            <p:cNvGrpSpPr/>
            <p:nvPr/>
          </p:nvGrpSpPr>
          <p:grpSpPr>
            <a:xfrm>
              <a:off x="7628980" y="3914190"/>
              <a:ext cx="133260" cy="129152"/>
              <a:chOff x="3739723" y="2282290"/>
              <a:chExt cx="690824" cy="669530"/>
            </a:xfrm>
          </p:grpSpPr>
          <p:sp>
            <p:nvSpPr>
              <p:cNvPr id="248" name="Google Shape;248;p15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252;p15"/>
            <p:cNvGrpSpPr/>
            <p:nvPr/>
          </p:nvGrpSpPr>
          <p:grpSpPr>
            <a:xfrm rot="10800000">
              <a:off x="8640174" y="3690280"/>
              <a:ext cx="371307" cy="91637"/>
              <a:chOff x="4241622" y="1303995"/>
              <a:chExt cx="1256112" cy="310004"/>
            </a:xfrm>
          </p:grpSpPr>
          <p:sp>
            <p:nvSpPr>
              <p:cNvPr id="253" name="Google Shape;253;p15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" name="Google Shape;256;p15"/>
            <p:cNvSpPr/>
            <p:nvPr/>
          </p:nvSpPr>
          <p:spPr>
            <a:xfrm>
              <a:off x="6399084" y="484865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8144111" y="4757004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15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9" name="Google Shape;259;p15"/>
          <p:cNvGrpSpPr/>
          <p:nvPr/>
        </p:nvGrpSpPr>
        <p:grpSpPr>
          <a:xfrm>
            <a:off x="7865793" y="3687616"/>
            <a:ext cx="1409753" cy="1932325"/>
            <a:chOff x="7865793" y="3687616"/>
            <a:chExt cx="1409753" cy="1932325"/>
          </a:xfrm>
        </p:grpSpPr>
        <p:grpSp>
          <p:nvGrpSpPr>
            <p:cNvPr id="260" name="Google Shape;260;p15"/>
            <p:cNvGrpSpPr/>
            <p:nvPr/>
          </p:nvGrpSpPr>
          <p:grpSpPr>
            <a:xfrm rot="8587325">
              <a:off x="8112740" y="3792519"/>
              <a:ext cx="702052" cy="1057074"/>
              <a:chOff x="8028589" y="2268060"/>
              <a:chExt cx="702066" cy="1057095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8414066" y="2292829"/>
                <a:ext cx="266532" cy="424697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46" extrusionOk="0">
                    <a:moveTo>
                      <a:pt x="561" y="0"/>
                    </a:moveTo>
                    <a:cubicBezTo>
                      <a:pt x="431" y="0"/>
                      <a:pt x="307" y="97"/>
                      <a:pt x="273" y="229"/>
                    </a:cubicBezTo>
                    <a:lnTo>
                      <a:pt x="0" y="1513"/>
                    </a:lnTo>
                    <a:lnTo>
                      <a:pt x="19" y="1522"/>
                    </a:lnTo>
                    <a:cubicBezTo>
                      <a:pt x="158" y="1541"/>
                      <a:pt x="298" y="1585"/>
                      <a:pt x="420" y="1646"/>
                    </a:cubicBezTo>
                    <a:lnTo>
                      <a:pt x="964" y="464"/>
                    </a:lnTo>
                    <a:cubicBezTo>
                      <a:pt x="1033" y="307"/>
                      <a:pt x="955" y="116"/>
                      <a:pt x="787" y="63"/>
                    </a:cubicBezTo>
                    <a:lnTo>
                      <a:pt x="657" y="19"/>
                    </a:lnTo>
                    <a:cubicBezTo>
                      <a:pt x="622" y="11"/>
                      <a:pt x="596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8028589" y="2683206"/>
                <a:ext cx="702066" cy="616404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2389" extrusionOk="0">
                    <a:moveTo>
                      <a:pt x="1364" y="0"/>
                    </a:moveTo>
                    <a:cubicBezTo>
                      <a:pt x="1190" y="0"/>
                      <a:pt x="1014" y="36"/>
                      <a:pt x="848" y="114"/>
                    </a:cubicBezTo>
                    <a:cubicBezTo>
                      <a:pt x="254" y="403"/>
                      <a:pt x="0" y="1110"/>
                      <a:pt x="288" y="1706"/>
                    </a:cubicBezTo>
                    <a:cubicBezTo>
                      <a:pt x="489" y="2135"/>
                      <a:pt x="917" y="2389"/>
                      <a:pt x="1364" y="2389"/>
                    </a:cubicBezTo>
                    <a:cubicBezTo>
                      <a:pt x="1539" y="2389"/>
                      <a:pt x="1715" y="2344"/>
                      <a:pt x="1881" y="2265"/>
                    </a:cubicBezTo>
                    <a:cubicBezTo>
                      <a:pt x="2475" y="1986"/>
                      <a:pt x="2720" y="1268"/>
                      <a:pt x="2439" y="674"/>
                    </a:cubicBezTo>
                    <a:cubicBezTo>
                      <a:pt x="2325" y="428"/>
                      <a:pt x="2135" y="246"/>
                      <a:pt x="1914" y="133"/>
                    </a:cubicBezTo>
                    <a:lnTo>
                      <a:pt x="1513" y="9"/>
                    </a:lnTo>
                    <a:cubicBezTo>
                      <a:pt x="1461" y="0"/>
                      <a:pt x="1408" y="0"/>
                      <a:pt x="13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8418968" y="2685271"/>
                <a:ext cx="103723" cy="32252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25" extrusionOk="0">
                    <a:moveTo>
                      <a:pt x="0" y="1"/>
                    </a:moveTo>
                    <a:lnTo>
                      <a:pt x="401" y="125"/>
                    </a:lnTo>
                    <a:cubicBezTo>
                      <a:pt x="279" y="64"/>
                      <a:pt x="139" y="2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8154759" y="2808086"/>
                <a:ext cx="421859" cy="370513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436" extrusionOk="0">
                    <a:moveTo>
                      <a:pt x="816" y="0"/>
                    </a:moveTo>
                    <a:cubicBezTo>
                      <a:pt x="713" y="0"/>
                      <a:pt x="608" y="22"/>
                      <a:pt x="508" y="68"/>
                    </a:cubicBezTo>
                    <a:cubicBezTo>
                      <a:pt x="149" y="242"/>
                      <a:pt x="0" y="671"/>
                      <a:pt x="176" y="1029"/>
                    </a:cubicBezTo>
                    <a:cubicBezTo>
                      <a:pt x="295" y="1286"/>
                      <a:pt x="547" y="1435"/>
                      <a:pt x="813" y="1435"/>
                    </a:cubicBezTo>
                    <a:cubicBezTo>
                      <a:pt x="919" y="1435"/>
                      <a:pt x="1027" y="1411"/>
                      <a:pt x="1129" y="1361"/>
                    </a:cubicBezTo>
                    <a:cubicBezTo>
                      <a:pt x="1488" y="1195"/>
                      <a:pt x="1635" y="767"/>
                      <a:pt x="1469" y="408"/>
                    </a:cubicBezTo>
                    <a:cubicBezTo>
                      <a:pt x="1343" y="149"/>
                      <a:pt x="1085" y="0"/>
                      <a:pt x="8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8258740" y="2878524"/>
                <a:ext cx="137781" cy="222411"/>
              </a:xfrm>
              <a:custGeom>
                <a:avLst/>
                <a:gdLst/>
                <a:ahLst/>
                <a:cxnLst/>
                <a:rect l="l" t="t" r="r" b="b"/>
                <a:pathLst>
                  <a:path w="534" h="862" extrusionOk="0">
                    <a:moveTo>
                      <a:pt x="469" y="0"/>
                    </a:moveTo>
                    <a:cubicBezTo>
                      <a:pt x="259" y="0"/>
                      <a:pt x="74" y="157"/>
                      <a:pt x="36" y="372"/>
                    </a:cubicBezTo>
                    <a:cubicBezTo>
                      <a:pt x="0" y="607"/>
                      <a:pt x="166" y="826"/>
                      <a:pt x="403" y="861"/>
                    </a:cubicBezTo>
                    <a:lnTo>
                      <a:pt x="428" y="712"/>
                    </a:lnTo>
                    <a:cubicBezTo>
                      <a:pt x="271" y="687"/>
                      <a:pt x="166" y="547"/>
                      <a:pt x="193" y="389"/>
                    </a:cubicBezTo>
                    <a:cubicBezTo>
                      <a:pt x="209" y="252"/>
                      <a:pt x="336" y="152"/>
                      <a:pt x="473" y="152"/>
                    </a:cubicBezTo>
                    <a:cubicBezTo>
                      <a:pt x="485" y="152"/>
                      <a:pt x="496" y="153"/>
                      <a:pt x="508" y="154"/>
                    </a:cubicBezTo>
                    <a:lnTo>
                      <a:pt x="533" y="5"/>
                    </a:lnTo>
                    <a:cubicBezTo>
                      <a:pt x="512" y="2"/>
                      <a:pt x="490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8166112" y="2791057"/>
                <a:ext cx="440436" cy="406378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1575" extrusionOk="0">
                    <a:moveTo>
                      <a:pt x="816" y="187"/>
                    </a:moveTo>
                    <a:cubicBezTo>
                      <a:pt x="881" y="187"/>
                      <a:pt x="947" y="198"/>
                      <a:pt x="1014" y="220"/>
                    </a:cubicBezTo>
                    <a:cubicBezTo>
                      <a:pt x="1163" y="273"/>
                      <a:pt x="1276" y="388"/>
                      <a:pt x="1348" y="527"/>
                    </a:cubicBezTo>
                    <a:cubicBezTo>
                      <a:pt x="1497" y="825"/>
                      <a:pt x="1364" y="1184"/>
                      <a:pt x="1066" y="1322"/>
                    </a:cubicBezTo>
                    <a:cubicBezTo>
                      <a:pt x="985" y="1362"/>
                      <a:pt x="898" y="1381"/>
                      <a:pt x="812" y="1381"/>
                    </a:cubicBezTo>
                    <a:cubicBezTo>
                      <a:pt x="594" y="1381"/>
                      <a:pt x="380" y="1259"/>
                      <a:pt x="279" y="1051"/>
                    </a:cubicBezTo>
                    <a:lnTo>
                      <a:pt x="271" y="1043"/>
                    </a:lnTo>
                    <a:cubicBezTo>
                      <a:pt x="132" y="745"/>
                      <a:pt x="263" y="397"/>
                      <a:pt x="561" y="248"/>
                    </a:cubicBezTo>
                    <a:cubicBezTo>
                      <a:pt x="641" y="208"/>
                      <a:pt x="727" y="187"/>
                      <a:pt x="816" y="187"/>
                    </a:cubicBezTo>
                    <a:close/>
                    <a:moveTo>
                      <a:pt x="812" y="1"/>
                    </a:moveTo>
                    <a:cubicBezTo>
                      <a:pt x="697" y="1"/>
                      <a:pt x="582" y="27"/>
                      <a:pt x="472" y="82"/>
                    </a:cubicBezTo>
                    <a:cubicBezTo>
                      <a:pt x="279" y="168"/>
                      <a:pt x="141" y="325"/>
                      <a:pt x="70" y="527"/>
                    </a:cubicBezTo>
                    <a:cubicBezTo>
                      <a:pt x="0" y="728"/>
                      <a:pt x="17" y="938"/>
                      <a:pt x="105" y="1131"/>
                    </a:cubicBezTo>
                    <a:cubicBezTo>
                      <a:pt x="244" y="1413"/>
                      <a:pt x="523" y="1574"/>
                      <a:pt x="815" y="1574"/>
                    </a:cubicBezTo>
                    <a:cubicBezTo>
                      <a:pt x="929" y="1574"/>
                      <a:pt x="1044" y="1550"/>
                      <a:pt x="1155" y="1498"/>
                    </a:cubicBezTo>
                    <a:cubicBezTo>
                      <a:pt x="1549" y="1305"/>
                      <a:pt x="1706" y="841"/>
                      <a:pt x="1522" y="449"/>
                    </a:cubicBezTo>
                    <a:lnTo>
                      <a:pt x="1522" y="441"/>
                    </a:lnTo>
                    <a:cubicBezTo>
                      <a:pt x="1425" y="256"/>
                      <a:pt x="1268" y="115"/>
                      <a:pt x="1077" y="46"/>
                    </a:cubicBezTo>
                    <a:cubicBezTo>
                      <a:pt x="990" y="16"/>
                      <a:pt x="901" y="1"/>
                      <a:pt x="8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8035039" y="2662823"/>
                <a:ext cx="681940" cy="662331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567" extrusionOk="0">
                    <a:moveTo>
                      <a:pt x="1318" y="193"/>
                    </a:moveTo>
                    <a:cubicBezTo>
                      <a:pt x="1440" y="193"/>
                      <a:pt x="1562" y="214"/>
                      <a:pt x="1679" y="256"/>
                    </a:cubicBezTo>
                    <a:cubicBezTo>
                      <a:pt x="1961" y="350"/>
                      <a:pt x="2179" y="543"/>
                      <a:pt x="2300" y="805"/>
                    </a:cubicBezTo>
                    <a:lnTo>
                      <a:pt x="2309" y="814"/>
                    </a:lnTo>
                    <a:cubicBezTo>
                      <a:pt x="2433" y="1076"/>
                      <a:pt x="2450" y="1374"/>
                      <a:pt x="2353" y="1645"/>
                    </a:cubicBezTo>
                    <a:cubicBezTo>
                      <a:pt x="2256" y="1924"/>
                      <a:pt x="2057" y="2144"/>
                      <a:pt x="1795" y="2266"/>
                    </a:cubicBezTo>
                    <a:cubicBezTo>
                      <a:pt x="1641" y="2340"/>
                      <a:pt x="1479" y="2375"/>
                      <a:pt x="1320" y="2375"/>
                    </a:cubicBezTo>
                    <a:cubicBezTo>
                      <a:pt x="916" y="2375"/>
                      <a:pt x="531" y="2150"/>
                      <a:pt x="342" y="1767"/>
                    </a:cubicBezTo>
                    <a:cubicBezTo>
                      <a:pt x="342" y="1758"/>
                      <a:pt x="334" y="1758"/>
                      <a:pt x="334" y="1758"/>
                    </a:cubicBezTo>
                    <a:cubicBezTo>
                      <a:pt x="210" y="1496"/>
                      <a:pt x="193" y="1200"/>
                      <a:pt x="290" y="919"/>
                    </a:cubicBezTo>
                    <a:cubicBezTo>
                      <a:pt x="387" y="648"/>
                      <a:pt x="588" y="430"/>
                      <a:pt x="850" y="298"/>
                    </a:cubicBezTo>
                    <a:cubicBezTo>
                      <a:pt x="999" y="229"/>
                      <a:pt x="1159" y="193"/>
                      <a:pt x="1318" y="193"/>
                    </a:cubicBezTo>
                    <a:close/>
                    <a:moveTo>
                      <a:pt x="1336" y="0"/>
                    </a:moveTo>
                    <a:cubicBezTo>
                      <a:pt x="1142" y="0"/>
                      <a:pt x="949" y="45"/>
                      <a:pt x="771" y="132"/>
                    </a:cubicBezTo>
                    <a:cubicBezTo>
                      <a:pt x="456" y="272"/>
                      <a:pt x="229" y="535"/>
                      <a:pt x="116" y="858"/>
                    </a:cubicBezTo>
                    <a:cubicBezTo>
                      <a:pt x="0" y="1181"/>
                      <a:pt x="19" y="1532"/>
                      <a:pt x="168" y="1838"/>
                    </a:cubicBezTo>
                    <a:cubicBezTo>
                      <a:pt x="387" y="2298"/>
                      <a:pt x="844" y="2566"/>
                      <a:pt x="1321" y="2566"/>
                    </a:cubicBezTo>
                    <a:cubicBezTo>
                      <a:pt x="1506" y="2566"/>
                      <a:pt x="1694" y="2526"/>
                      <a:pt x="1872" y="2440"/>
                    </a:cubicBezTo>
                    <a:cubicBezTo>
                      <a:pt x="2187" y="2291"/>
                      <a:pt x="2414" y="2029"/>
                      <a:pt x="2529" y="1714"/>
                    </a:cubicBezTo>
                    <a:cubicBezTo>
                      <a:pt x="2643" y="1391"/>
                      <a:pt x="2624" y="1043"/>
                      <a:pt x="2477" y="728"/>
                    </a:cubicBezTo>
                    <a:lnTo>
                      <a:pt x="2477" y="717"/>
                    </a:lnTo>
                    <a:cubicBezTo>
                      <a:pt x="2328" y="413"/>
                      <a:pt x="2065" y="184"/>
                      <a:pt x="1751" y="71"/>
                    </a:cubicBezTo>
                    <a:cubicBezTo>
                      <a:pt x="1615" y="23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8384910" y="2268060"/>
                <a:ext cx="300074" cy="480945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864" extrusionOk="0">
                    <a:moveTo>
                      <a:pt x="686" y="190"/>
                    </a:moveTo>
                    <a:cubicBezTo>
                      <a:pt x="709" y="190"/>
                      <a:pt x="732" y="194"/>
                      <a:pt x="754" y="201"/>
                    </a:cubicBezTo>
                    <a:lnTo>
                      <a:pt x="814" y="212"/>
                    </a:lnTo>
                    <a:cubicBezTo>
                      <a:pt x="867" y="228"/>
                      <a:pt x="911" y="272"/>
                      <a:pt x="936" y="325"/>
                    </a:cubicBezTo>
                    <a:cubicBezTo>
                      <a:pt x="963" y="377"/>
                      <a:pt x="963" y="438"/>
                      <a:pt x="944" y="491"/>
                    </a:cubicBezTo>
                    <a:lnTo>
                      <a:pt x="472" y="1628"/>
                    </a:lnTo>
                    <a:lnTo>
                      <a:pt x="218" y="1548"/>
                    </a:lnTo>
                    <a:lnTo>
                      <a:pt x="491" y="350"/>
                    </a:lnTo>
                    <a:cubicBezTo>
                      <a:pt x="508" y="298"/>
                      <a:pt x="544" y="245"/>
                      <a:pt x="586" y="220"/>
                    </a:cubicBezTo>
                    <a:cubicBezTo>
                      <a:pt x="617" y="199"/>
                      <a:pt x="652" y="190"/>
                      <a:pt x="686" y="190"/>
                    </a:cubicBezTo>
                    <a:close/>
                    <a:moveTo>
                      <a:pt x="702" y="0"/>
                    </a:moveTo>
                    <a:cubicBezTo>
                      <a:pt x="632" y="0"/>
                      <a:pt x="562" y="20"/>
                      <a:pt x="500" y="54"/>
                    </a:cubicBezTo>
                    <a:cubicBezTo>
                      <a:pt x="403" y="107"/>
                      <a:pt x="334" y="201"/>
                      <a:pt x="307" y="306"/>
                    </a:cubicBezTo>
                    <a:lnTo>
                      <a:pt x="0" y="1670"/>
                    </a:lnTo>
                    <a:lnTo>
                      <a:pt x="586" y="1863"/>
                    </a:lnTo>
                    <a:lnTo>
                      <a:pt x="1121" y="568"/>
                    </a:lnTo>
                    <a:cubicBezTo>
                      <a:pt x="1163" y="463"/>
                      <a:pt x="1154" y="342"/>
                      <a:pt x="1110" y="245"/>
                    </a:cubicBezTo>
                    <a:lnTo>
                      <a:pt x="1102" y="237"/>
                    </a:lnTo>
                    <a:cubicBezTo>
                      <a:pt x="1058" y="140"/>
                      <a:pt x="972" y="63"/>
                      <a:pt x="867" y="35"/>
                    </a:cubicBezTo>
                    <a:lnTo>
                      <a:pt x="814" y="19"/>
                    </a:lnTo>
                    <a:cubicBezTo>
                      <a:pt x="778" y="6"/>
                      <a:pt x="740" y="0"/>
                      <a:pt x="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" name="Google Shape;269;p15"/>
            <p:cNvGrpSpPr/>
            <p:nvPr/>
          </p:nvGrpSpPr>
          <p:grpSpPr>
            <a:xfrm rot="2218313">
              <a:off x="8457898" y="4503345"/>
              <a:ext cx="556175" cy="1055459"/>
              <a:chOff x="8809675" y="2147700"/>
              <a:chExt cx="556197" cy="1055499"/>
            </a:xfrm>
          </p:grpSpPr>
          <p:sp>
            <p:nvSpPr>
              <p:cNvPr id="270" name="Google Shape;270;p15"/>
              <p:cNvSpPr/>
              <p:nvPr/>
            </p:nvSpPr>
            <p:spPr>
              <a:xfrm>
                <a:off x="8902575" y="2147700"/>
                <a:ext cx="463297" cy="60419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04" extrusionOk="0">
                    <a:moveTo>
                      <a:pt x="11" y="0"/>
                    </a:moveTo>
                    <a:lnTo>
                      <a:pt x="0" y="235"/>
                    </a:lnTo>
                    <a:lnTo>
                      <a:pt x="1436" y="296"/>
                    </a:lnTo>
                    <a:lnTo>
                      <a:pt x="630" y="884"/>
                    </a:lnTo>
                    <a:cubicBezTo>
                      <a:pt x="561" y="936"/>
                      <a:pt x="525" y="1031"/>
                      <a:pt x="552" y="1110"/>
                    </a:cubicBezTo>
                    <a:cubicBezTo>
                      <a:pt x="577" y="1198"/>
                      <a:pt x="657" y="1259"/>
                      <a:pt x="745" y="1259"/>
                    </a:cubicBezTo>
                    <a:lnTo>
                      <a:pt x="1243" y="1285"/>
                    </a:lnTo>
                    <a:lnTo>
                      <a:pt x="368" y="2027"/>
                    </a:lnTo>
                    <a:lnTo>
                      <a:pt x="525" y="2204"/>
                    </a:lnTo>
                    <a:lnTo>
                      <a:pt x="1409" y="1461"/>
                    </a:lnTo>
                    <a:cubicBezTo>
                      <a:pt x="1480" y="1398"/>
                      <a:pt x="1505" y="1293"/>
                      <a:pt x="1480" y="1207"/>
                    </a:cubicBezTo>
                    <a:cubicBezTo>
                      <a:pt x="1444" y="1119"/>
                      <a:pt x="1364" y="1058"/>
                      <a:pt x="1270" y="1049"/>
                    </a:cubicBezTo>
                    <a:lnTo>
                      <a:pt x="831" y="1031"/>
                    </a:lnTo>
                    <a:lnTo>
                      <a:pt x="1574" y="489"/>
                    </a:lnTo>
                    <a:cubicBezTo>
                      <a:pt x="1654" y="428"/>
                      <a:pt x="1690" y="323"/>
                      <a:pt x="1662" y="227"/>
                    </a:cubicBezTo>
                    <a:cubicBezTo>
                      <a:pt x="1627" y="130"/>
                      <a:pt x="1549" y="69"/>
                      <a:pt x="1444" y="6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 rot="10800000">
                <a:off x="8809675" y="2599000"/>
                <a:ext cx="463297" cy="60419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04" extrusionOk="0">
                    <a:moveTo>
                      <a:pt x="11" y="0"/>
                    </a:moveTo>
                    <a:lnTo>
                      <a:pt x="0" y="235"/>
                    </a:lnTo>
                    <a:lnTo>
                      <a:pt x="1436" y="296"/>
                    </a:lnTo>
                    <a:lnTo>
                      <a:pt x="630" y="884"/>
                    </a:lnTo>
                    <a:cubicBezTo>
                      <a:pt x="561" y="936"/>
                      <a:pt x="525" y="1031"/>
                      <a:pt x="552" y="1110"/>
                    </a:cubicBezTo>
                    <a:cubicBezTo>
                      <a:pt x="577" y="1198"/>
                      <a:pt x="657" y="1259"/>
                      <a:pt x="745" y="1259"/>
                    </a:cubicBezTo>
                    <a:lnTo>
                      <a:pt x="1243" y="1285"/>
                    </a:lnTo>
                    <a:lnTo>
                      <a:pt x="368" y="2027"/>
                    </a:lnTo>
                    <a:lnTo>
                      <a:pt x="525" y="2204"/>
                    </a:lnTo>
                    <a:lnTo>
                      <a:pt x="1409" y="1461"/>
                    </a:lnTo>
                    <a:cubicBezTo>
                      <a:pt x="1480" y="1398"/>
                      <a:pt x="1505" y="1293"/>
                      <a:pt x="1480" y="1207"/>
                    </a:cubicBezTo>
                    <a:cubicBezTo>
                      <a:pt x="1444" y="1119"/>
                      <a:pt x="1364" y="1058"/>
                      <a:pt x="1270" y="1049"/>
                    </a:cubicBezTo>
                    <a:lnTo>
                      <a:pt x="831" y="1031"/>
                    </a:lnTo>
                    <a:lnTo>
                      <a:pt x="1574" y="489"/>
                    </a:lnTo>
                    <a:cubicBezTo>
                      <a:pt x="1654" y="428"/>
                      <a:pt x="1690" y="323"/>
                      <a:pt x="1662" y="227"/>
                    </a:cubicBezTo>
                    <a:cubicBezTo>
                      <a:pt x="1627" y="130"/>
                      <a:pt x="1549" y="69"/>
                      <a:pt x="1444" y="6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9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4" name="Google Shape;684;p29"/>
          <p:cNvGrpSpPr/>
          <p:nvPr/>
        </p:nvGrpSpPr>
        <p:grpSpPr>
          <a:xfrm rot="10800000" flipH="1">
            <a:off x="6896453" y="-300138"/>
            <a:ext cx="2922819" cy="2224703"/>
            <a:chOff x="6903903" y="3212917"/>
            <a:chExt cx="2922819" cy="2224703"/>
          </a:xfrm>
        </p:grpSpPr>
        <p:sp>
          <p:nvSpPr>
            <p:cNvPr id="685" name="Google Shape;685;p29"/>
            <p:cNvSpPr/>
            <p:nvPr/>
          </p:nvSpPr>
          <p:spPr>
            <a:xfrm rot="2071610" flipH="1">
              <a:off x="8528761" y="3444889"/>
              <a:ext cx="1120928" cy="973032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 rot="-4253558">
              <a:off x="7028043" y="4506530"/>
              <a:ext cx="800827" cy="832849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9"/>
          <p:cNvGrpSpPr/>
          <p:nvPr/>
        </p:nvGrpSpPr>
        <p:grpSpPr>
          <a:xfrm rot="10800000" flipH="1">
            <a:off x="6698736" y="202077"/>
            <a:ext cx="2351707" cy="1079437"/>
            <a:chOff x="6706186" y="3855967"/>
            <a:chExt cx="2351707" cy="1079437"/>
          </a:xfrm>
        </p:grpSpPr>
        <p:grpSp>
          <p:nvGrpSpPr>
            <p:cNvPr id="688" name="Google Shape;688;p29"/>
            <p:cNvGrpSpPr/>
            <p:nvPr/>
          </p:nvGrpSpPr>
          <p:grpSpPr>
            <a:xfrm>
              <a:off x="8871117" y="4479427"/>
              <a:ext cx="133260" cy="129152"/>
              <a:chOff x="3739723" y="2282290"/>
              <a:chExt cx="690824" cy="669530"/>
            </a:xfrm>
          </p:grpSpPr>
          <p:sp>
            <p:nvSpPr>
              <p:cNvPr id="689" name="Google Shape;689;p29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9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9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9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29"/>
            <p:cNvGrpSpPr/>
            <p:nvPr/>
          </p:nvGrpSpPr>
          <p:grpSpPr>
            <a:xfrm rot="10800000">
              <a:off x="8686586" y="3855967"/>
              <a:ext cx="371307" cy="91637"/>
              <a:chOff x="4241622" y="1303995"/>
              <a:chExt cx="1256112" cy="310004"/>
            </a:xfrm>
          </p:grpSpPr>
          <p:sp>
            <p:nvSpPr>
              <p:cNvPr id="694" name="Google Shape;694;p29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9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9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7" name="Google Shape;697;p29"/>
            <p:cNvSpPr/>
            <p:nvPr/>
          </p:nvSpPr>
          <p:spPr>
            <a:xfrm>
              <a:off x="7275147" y="4910519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6706186" y="4649904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29"/>
          <p:cNvGrpSpPr/>
          <p:nvPr/>
        </p:nvGrpSpPr>
        <p:grpSpPr>
          <a:xfrm rot="2700000" flipH="1">
            <a:off x="7521527" y="-708010"/>
            <a:ext cx="1474436" cy="1328685"/>
            <a:chOff x="3841236" y="2462345"/>
            <a:chExt cx="1474450" cy="1328698"/>
          </a:xfrm>
        </p:grpSpPr>
        <p:grpSp>
          <p:nvGrpSpPr>
            <p:cNvPr id="700" name="Google Shape;700;p29"/>
            <p:cNvGrpSpPr/>
            <p:nvPr/>
          </p:nvGrpSpPr>
          <p:grpSpPr>
            <a:xfrm>
              <a:off x="3841236" y="2462345"/>
              <a:ext cx="261888" cy="997496"/>
              <a:chOff x="3841236" y="2462345"/>
              <a:chExt cx="261888" cy="997496"/>
            </a:xfrm>
          </p:grpSpPr>
          <p:sp>
            <p:nvSpPr>
              <p:cNvPr id="701" name="Google Shape;701;p29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9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9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9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9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9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7" name="Google Shape;707;p29"/>
            <p:cNvSpPr/>
            <p:nvPr/>
          </p:nvSpPr>
          <p:spPr>
            <a:xfrm rot="10800000">
              <a:off x="3965996" y="2890304"/>
              <a:ext cx="1349690" cy="900739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10" name="Google Shape;710;p30"/>
          <p:cNvGrpSpPr/>
          <p:nvPr/>
        </p:nvGrpSpPr>
        <p:grpSpPr>
          <a:xfrm>
            <a:off x="5933813" y="-904578"/>
            <a:ext cx="4200965" cy="3673225"/>
            <a:chOff x="5933813" y="-904578"/>
            <a:chExt cx="4200965" cy="3673225"/>
          </a:xfrm>
        </p:grpSpPr>
        <p:sp>
          <p:nvSpPr>
            <p:cNvPr id="711" name="Google Shape;711;p30"/>
            <p:cNvSpPr/>
            <p:nvPr/>
          </p:nvSpPr>
          <p:spPr>
            <a:xfrm rot="9699340">
              <a:off x="8277511" y="1091505"/>
              <a:ext cx="1671419" cy="1450984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 rot="-2461773" flipH="1">
              <a:off x="6255899" y="-647105"/>
              <a:ext cx="1339099" cy="1482387"/>
            </a:xfrm>
            <a:custGeom>
              <a:avLst/>
              <a:gdLst/>
              <a:ahLst/>
              <a:cxnLst/>
              <a:rect l="l" t="t" r="r" b="b"/>
              <a:pathLst>
                <a:path w="12198" h="13503" extrusionOk="0">
                  <a:moveTo>
                    <a:pt x="6033" y="0"/>
                  </a:moveTo>
                  <a:cubicBezTo>
                    <a:pt x="4364" y="0"/>
                    <a:pt x="2676" y="731"/>
                    <a:pt x="1459" y="2463"/>
                  </a:cubicBezTo>
                  <a:cubicBezTo>
                    <a:pt x="534" y="3792"/>
                    <a:pt x="1" y="5559"/>
                    <a:pt x="263" y="7175"/>
                  </a:cubicBezTo>
                  <a:cubicBezTo>
                    <a:pt x="525" y="8829"/>
                    <a:pt x="1862" y="10113"/>
                    <a:pt x="3323" y="10806"/>
                  </a:cubicBezTo>
                  <a:cubicBezTo>
                    <a:pt x="3787" y="11024"/>
                    <a:pt x="4276" y="11206"/>
                    <a:pt x="4783" y="11320"/>
                  </a:cubicBezTo>
                  <a:cubicBezTo>
                    <a:pt x="4748" y="11968"/>
                    <a:pt x="4670" y="12615"/>
                    <a:pt x="4546" y="13261"/>
                  </a:cubicBezTo>
                  <a:cubicBezTo>
                    <a:pt x="4526" y="13371"/>
                    <a:pt x="4620" y="13503"/>
                    <a:pt x="4728" y="13503"/>
                  </a:cubicBezTo>
                  <a:cubicBezTo>
                    <a:pt x="4757" y="13503"/>
                    <a:pt x="4787" y="13493"/>
                    <a:pt x="4817" y="13471"/>
                  </a:cubicBezTo>
                  <a:cubicBezTo>
                    <a:pt x="5623" y="12877"/>
                    <a:pt x="6349" y="12203"/>
                    <a:pt x="6995" y="11469"/>
                  </a:cubicBezTo>
                  <a:cubicBezTo>
                    <a:pt x="7319" y="11425"/>
                    <a:pt x="7633" y="11364"/>
                    <a:pt x="7940" y="11267"/>
                  </a:cubicBezTo>
                  <a:cubicBezTo>
                    <a:pt x="9461" y="10795"/>
                    <a:pt x="10660" y="9632"/>
                    <a:pt x="11367" y="8235"/>
                  </a:cubicBezTo>
                  <a:cubicBezTo>
                    <a:pt x="12190" y="6598"/>
                    <a:pt x="12198" y="5051"/>
                    <a:pt x="11682" y="3748"/>
                  </a:cubicBezTo>
                  <a:cubicBezTo>
                    <a:pt x="10814" y="1522"/>
                    <a:pt x="8442" y="0"/>
                    <a:pt x="60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30"/>
          <p:cNvGrpSpPr/>
          <p:nvPr/>
        </p:nvGrpSpPr>
        <p:grpSpPr>
          <a:xfrm>
            <a:off x="6090836" y="226911"/>
            <a:ext cx="2790453" cy="1318415"/>
            <a:chOff x="6090836" y="226911"/>
            <a:chExt cx="2790453" cy="1318415"/>
          </a:xfrm>
        </p:grpSpPr>
        <p:grpSp>
          <p:nvGrpSpPr>
            <p:cNvPr id="714" name="Google Shape;714;p30"/>
            <p:cNvGrpSpPr/>
            <p:nvPr/>
          </p:nvGrpSpPr>
          <p:grpSpPr>
            <a:xfrm rot="10800000" flipH="1">
              <a:off x="8748030" y="1416174"/>
              <a:ext cx="133260" cy="129152"/>
              <a:chOff x="3739723" y="2282290"/>
              <a:chExt cx="690824" cy="669530"/>
            </a:xfrm>
          </p:grpSpPr>
          <p:sp>
            <p:nvSpPr>
              <p:cNvPr id="715" name="Google Shape;715;p30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9" name="Google Shape;719;p30"/>
            <p:cNvGrpSpPr/>
            <p:nvPr/>
          </p:nvGrpSpPr>
          <p:grpSpPr>
            <a:xfrm flipH="1">
              <a:off x="6090836" y="447861"/>
              <a:ext cx="371307" cy="91637"/>
              <a:chOff x="4241622" y="1303995"/>
              <a:chExt cx="1256112" cy="310004"/>
            </a:xfrm>
          </p:grpSpPr>
          <p:sp>
            <p:nvSpPr>
              <p:cNvPr id="720" name="Google Shape;720;p30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0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0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3" name="Google Shape;723;p30"/>
            <p:cNvSpPr/>
            <p:nvPr/>
          </p:nvSpPr>
          <p:spPr>
            <a:xfrm rot="10800000" flipH="1">
              <a:off x="7740859" y="48123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 rot="10800000" flipH="1">
              <a:off x="8718186" y="226911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30"/>
          <p:cNvGrpSpPr/>
          <p:nvPr/>
        </p:nvGrpSpPr>
        <p:grpSpPr>
          <a:xfrm>
            <a:off x="7039457" y="-588430"/>
            <a:ext cx="2338031" cy="1756598"/>
            <a:chOff x="7039457" y="-588430"/>
            <a:chExt cx="2338031" cy="1756598"/>
          </a:xfrm>
        </p:grpSpPr>
        <p:grpSp>
          <p:nvGrpSpPr>
            <p:cNvPr id="726" name="Google Shape;726;p30"/>
            <p:cNvGrpSpPr/>
            <p:nvPr/>
          </p:nvGrpSpPr>
          <p:grpSpPr>
            <a:xfrm rot="954583" flipH="1">
              <a:off x="8101234" y="448388"/>
              <a:ext cx="1222502" cy="563005"/>
              <a:chOff x="6209134" y="2574097"/>
              <a:chExt cx="1108185" cy="510359"/>
            </a:xfrm>
          </p:grpSpPr>
          <p:sp>
            <p:nvSpPr>
              <p:cNvPr id="727" name="Google Shape;727;p30"/>
              <p:cNvSpPr/>
              <p:nvPr/>
            </p:nvSpPr>
            <p:spPr>
              <a:xfrm flipH="1">
                <a:off x="6290410" y="2599124"/>
                <a:ext cx="959051" cy="440436"/>
              </a:xfrm>
              <a:custGeom>
                <a:avLst/>
                <a:gdLst/>
                <a:ahLst/>
                <a:cxnLst/>
                <a:rect l="l" t="t" r="r" b="b"/>
                <a:pathLst>
                  <a:path w="3717" h="1707" extrusionOk="0">
                    <a:moveTo>
                      <a:pt x="3717" y="0"/>
                    </a:moveTo>
                    <a:lnTo>
                      <a:pt x="0" y="19"/>
                    </a:lnTo>
                    <a:lnTo>
                      <a:pt x="1864" y="1530"/>
                    </a:lnTo>
                    <a:lnTo>
                      <a:pt x="2240" y="1320"/>
                    </a:lnTo>
                    <a:lnTo>
                      <a:pt x="3165" y="1706"/>
                    </a:lnTo>
                    <a:lnTo>
                      <a:pt x="3262" y="569"/>
                    </a:lnTo>
                    <a:lnTo>
                      <a:pt x="37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0"/>
              <p:cNvSpPr/>
              <p:nvPr/>
            </p:nvSpPr>
            <p:spPr>
              <a:xfrm flipH="1">
                <a:off x="6419163" y="2874685"/>
                <a:ext cx="159971" cy="155585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03" extrusionOk="0">
                    <a:moveTo>
                      <a:pt x="620" y="0"/>
                    </a:moveTo>
                    <a:lnTo>
                      <a:pt x="586" y="462"/>
                    </a:lnTo>
                    <a:lnTo>
                      <a:pt x="603" y="445"/>
                    </a:lnTo>
                    <a:lnTo>
                      <a:pt x="620" y="0"/>
                    </a:lnTo>
                    <a:close/>
                    <a:moveTo>
                      <a:pt x="0" y="401"/>
                    </a:moveTo>
                    <a:lnTo>
                      <a:pt x="376" y="603"/>
                    </a:lnTo>
                    <a:lnTo>
                      <a:pt x="410" y="567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0"/>
              <p:cNvSpPr/>
              <p:nvPr/>
            </p:nvSpPr>
            <p:spPr>
              <a:xfrm flipH="1">
                <a:off x="6414260" y="2685044"/>
                <a:ext cx="422117" cy="33619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303" extrusionOk="0">
                    <a:moveTo>
                      <a:pt x="87" y="1"/>
                    </a:moveTo>
                    <a:lnTo>
                      <a:pt x="1" y="123"/>
                    </a:lnTo>
                    <a:lnTo>
                      <a:pt x="1277" y="437"/>
                    </a:lnTo>
                    <a:lnTo>
                      <a:pt x="655" y="954"/>
                    </a:lnTo>
                    <a:lnTo>
                      <a:pt x="997" y="1136"/>
                    </a:lnTo>
                    <a:lnTo>
                      <a:pt x="1407" y="1302"/>
                    </a:lnTo>
                    <a:lnTo>
                      <a:pt x="1583" y="1197"/>
                    </a:lnTo>
                    <a:lnTo>
                      <a:pt x="1617" y="735"/>
                    </a:lnTo>
                    <a:lnTo>
                      <a:pt x="1635" y="228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0"/>
              <p:cNvSpPr/>
              <p:nvPr/>
            </p:nvSpPr>
            <p:spPr>
              <a:xfrm flipH="1">
                <a:off x="6409872" y="2576935"/>
                <a:ext cx="841911" cy="189643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735" extrusionOk="0">
                    <a:moveTo>
                      <a:pt x="37" y="0"/>
                    </a:moveTo>
                    <a:lnTo>
                      <a:pt x="1" y="191"/>
                    </a:lnTo>
                    <a:lnTo>
                      <a:pt x="3237" y="735"/>
                    </a:lnTo>
                    <a:lnTo>
                      <a:pt x="3262" y="55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0"/>
              <p:cNvSpPr/>
              <p:nvPr/>
            </p:nvSpPr>
            <p:spPr>
              <a:xfrm flipH="1">
                <a:off x="6209134" y="2574097"/>
                <a:ext cx="1108185" cy="510359"/>
              </a:xfrm>
              <a:custGeom>
                <a:avLst/>
                <a:gdLst/>
                <a:ahLst/>
                <a:cxnLst/>
                <a:rect l="l" t="t" r="r" b="b"/>
                <a:pathLst>
                  <a:path w="4295" h="1978" extrusionOk="0">
                    <a:moveTo>
                      <a:pt x="3831" y="194"/>
                    </a:moveTo>
                    <a:lnTo>
                      <a:pt x="3411" y="614"/>
                    </a:lnTo>
                    <a:lnTo>
                      <a:pt x="3376" y="1690"/>
                    </a:lnTo>
                    <a:lnTo>
                      <a:pt x="2685" y="1365"/>
                    </a:lnTo>
                    <a:lnTo>
                      <a:pt x="3201" y="937"/>
                    </a:lnTo>
                    <a:lnTo>
                      <a:pt x="3080" y="788"/>
                    </a:lnTo>
                    <a:lnTo>
                      <a:pt x="2188" y="1533"/>
                    </a:lnTo>
                    <a:lnTo>
                      <a:pt x="534" y="202"/>
                    </a:lnTo>
                    <a:lnTo>
                      <a:pt x="3831" y="194"/>
                    </a:lnTo>
                    <a:close/>
                    <a:moveTo>
                      <a:pt x="4295" y="1"/>
                    </a:moveTo>
                    <a:lnTo>
                      <a:pt x="1" y="11"/>
                    </a:lnTo>
                    <a:lnTo>
                      <a:pt x="2196" y="1785"/>
                    </a:lnTo>
                    <a:lnTo>
                      <a:pt x="2519" y="1505"/>
                    </a:lnTo>
                    <a:lnTo>
                      <a:pt x="3560" y="1978"/>
                    </a:lnTo>
                    <a:lnTo>
                      <a:pt x="3596" y="693"/>
                    </a:lnTo>
                    <a:lnTo>
                      <a:pt x="4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0"/>
              <p:cNvSpPr/>
              <p:nvPr/>
            </p:nvSpPr>
            <p:spPr>
              <a:xfrm flipH="1">
                <a:off x="6400841" y="2585450"/>
                <a:ext cx="825914" cy="465464"/>
              </a:xfrm>
              <a:custGeom>
                <a:avLst/>
                <a:gdLst/>
                <a:ahLst/>
                <a:cxnLst/>
                <a:rect l="l" t="t" r="r" b="b"/>
                <a:pathLst>
                  <a:path w="3201" h="1804" extrusionOk="0">
                    <a:moveTo>
                      <a:pt x="45" y="1"/>
                    </a:moveTo>
                    <a:lnTo>
                      <a:pt x="0" y="185"/>
                    </a:lnTo>
                    <a:lnTo>
                      <a:pt x="2710" y="901"/>
                    </a:lnTo>
                    <a:lnTo>
                      <a:pt x="3025" y="1803"/>
                    </a:lnTo>
                    <a:lnTo>
                      <a:pt x="3201" y="1741"/>
                    </a:lnTo>
                    <a:lnTo>
                      <a:pt x="2859" y="744"/>
                    </a:lnTo>
                    <a:lnTo>
                      <a:pt x="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3" name="Google Shape;733;p30"/>
            <p:cNvSpPr/>
            <p:nvPr/>
          </p:nvSpPr>
          <p:spPr>
            <a:xfrm rot="-2126681" flipH="1">
              <a:off x="7175570" y="-280538"/>
              <a:ext cx="1349702" cy="900747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61" r:id="rId5"/>
    <p:sldLayoutId id="2147483675" r:id="rId6"/>
    <p:sldLayoutId id="214748367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4"/>
          <p:cNvSpPr txBox="1">
            <a:spLocks noGrp="1"/>
          </p:cNvSpPr>
          <p:nvPr>
            <p:ph type="ctrTitle"/>
          </p:nvPr>
        </p:nvSpPr>
        <p:spPr>
          <a:xfrm>
            <a:off x="713225" y="1310025"/>
            <a:ext cx="3725400" cy="19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Мой колледж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5" name="Google Shape;745;p34"/>
          <p:cNvSpPr txBox="1">
            <a:spLocks noGrp="1"/>
          </p:cNvSpPr>
          <p:nvPr>
            <p:ph type="subTitle" idx="1"/>
          </p:nvPr>
        </p:nvSpPr>
        <p:spPr>
          <a:xfrm>
            <a:off x="713225" y="3380149"/>
            <a:ext cx="3725400" cy="846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Подготовил: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Студент группы 3991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Барышников Илья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6" name="Google Shape;746;p34"/>
          <p:cNvSpPr/>
          <p:nvPr/>
        </p:nvSpPr>
        <p:spPr>
          <a:xfrm rot="1086862">
            <a:off x="4712808" y="774531"/>
            <a:ext cx="3138998" cy="3858751"/>
          </a:xfrm>
          <a:custGeom>
            <a:avLst/>
            <a:gdLst/>
            <a:ahLst/>
            <a:cxnLst/>
            <a:rect l="l" t="t" r="r" b="b"/>
            <a:pathLst>
              <a:path w="12460" h="15317" extrusionOk="0">
                <a:moveTo>
                  <a:pt x="4540" y="0"/>
                </a:moveTo>
                <a:cubicBezTo>
                  <a:pt x="4496" y="0"/>
                  <a:pt x="4452" y="0"/>
                  <a:pt x="4407" y="1"/>
                </a:cubicBezTo>
                <a:cubicBezTo>
                  <a:pt x="3306" y="9"/>
                  <a:pt x="2141" y="185"/>
                  <a:pt x="1302" y="962"/>
                </a:cubicBezTo>
                <a:cubicBezTo>
                  <a:pt x="655" y="1566"/>
                  <a:pt x="324" y="2406"/>
                  <a:pt x="219" y="3270"/>
                </a:cubicBezTo>
                <a:cubicBezTo>
                  <a:pt x="0" y="5081"/>
                  <a:pt x="368" y="7547"/>
                  <a:pt x="865" y="9314"/>
                </a:cubicBezTo>
                <a:cubicBezTo>
                  <a:pt x="1296" y="10890"/>
                  <a:pt x="2253" y="12311"/>
                  <a:pt x="3997" y="12311"/>
                </a:cubicBezTo>
                <a:cubicBezTo>
                  <a:pt x="4062" y="12311"/>
                  <a:pt x="4129" y="12309"/>
                  <a:pt x="4198" y="12305"/>
                </a:cubicBezTo>
                <a:cubicBezTo>
                  <a:pt x="4722" y="12269"/>
                  <a:pt x="5264" y="12189"/>
                  <a:pt x="5805" y="12084"/>
                </a:cubicBezTo>
                <a:lnTo>
                  <a:pt x="5805" y="12084"/>
                </a:lnTo>
                <a:cubicBezTo>
                  <a:pt x="5824" y="13081"/>
                  <a:pt x="5744" y="14089"/>
                  <a:pt x="5562" y="15075"/>
                </a:cubicBezTo>
                <a:cubicBezTo>
                  <a:pt x="5540" y="15186"/>
                  <a:pt x="5628" y="15317"/>
                  <a:pt x="5739" y="15317"/>
                </a:cubicBezTo>
                <a:cubicBezTo>
                  <a:pt x="5769" y="15317"/>
                  <a:pt x="5801" y="15307"/>
                  <a:pt x="5832" y="15285"/>
                </a:cubicBezTo>
                <a:cubicBezTo>
                  <a:pt x="7406" y="14114"/>
                  <a:pt x="8710" y="12636"/>
                  <a:pt x="9671" y="10930"/>
                </a:cubicBezTo>
                <a:cubicBezTo>
                  <a:pt x="10300" y="10704"/>
                  <a:pt x="10922" y="10406"/>
                  <a:pt x="11350" y="9864"/>
                </a:cubicBezTo>
                <a:cubicBezTo>
                  <a:pt x="11847" y="9226"/>
                  <a:pt x="11996" y="8403"/>
                  <a:pt x="12101" y="7625"/>
                </a:cubicBezTo>
                <a:cubicBezTo>
                  <a:pt x="12303" y="5982"/>
                  <a:pt x="12460" y="4181"/>
                  <a:pt x="12214" y="2536"/>
                </a:cubicBezTo>
                <a:cubicBezTo>
                  <a:pt x="11979" y="1050"/>
                  <a:pt x="10913" y="718"/>
                  <a:pt x="9583" y="464"/>
                </a:cubicBezTo>
                <a:cubicBezTo>
                  <a:pt x="7922" y="158"/>
                  <a:pt x="6235" y="0"/>
                  <a:pt x="45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34"/>
          <p:cNvGrpSpPr/>
          <p:nvPr/>
        </p:nvGrpSpPr>
        <p:grpSpPr>
          <a:xfrm>
            <a:off x="4965755" y="1089655"/>
            <a:ext cx="2632496" cy="2188484"/>
            <a:chOff x="5024096" y="1188568"/>
            <a:chExt cx="2822446" cy="2346397"/>
          </a:xfrm>
        </p:grpSpPr>
        <p:grpSp>
          <p:nvGrpSpPr>
            <p:cNvPr id="748" name="Google Shape;748;p34"/>
            <p:cNvGrpSpPr/>
            <p:nvPr/>
          </p:nvGrpSpPr>
          <p:grpSpPr>
            <a:xfrm>
              <a:off x="5901869" y="1771683"/>
              <a:ext cx="1076188" cy="1052711"/>
              <a:chOff x="5736369" y="1599283"/>
              <a:chExt cx="1076188" cy="1052711"/>
            </a:xfrm>
          </p:grpSpPr>
          <p:sp>
            <p:nvSpPr>
              <p:cNvPr id="749" name="Google Shape;749;p34"/>
              <p:cNvSpPr/>
              <p:nvPr/>
            </p:nvSpPr>
            <p:spPr>
              <a:xfrm>
                <a:off x="5763461" y="1623021"/>
                <a:ext cx="457723" cy="1004204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3892" extrusionOk="0">
                    <a:moveTo>
                      <a:pt x="1503" y="0"/>
                    </a:moveTo>
                    <a:lnTo>
                      <a:pt x="1373" y="193"/>
                    </a:lnTo>
                    <a:lnTo>
                      <a:pt x="1058" y="97"/>
                    </a:lnTo>
                    <a:lnTo>
                      <a:pt x="840" y="193"/>
                    </a:lnTo>
                    <a:lnTo>
                      <a:pt x="796" y="412"/>
                    </a:lnTo>
                    <a:lnTo>
                      <a:pt x="506" y="428"/>
                    </a:lnTo>
                    <a:lnTo>
                      <a:pt x="410" y="630"/>
                    </a:lnTo>
                    <a:lnTo>
                      <a:pt x="454" y="787"/>
                    </a:lnTo>
                    <a:lnTo>
                      <a:pt x="263" y="917"/>
                    </a:lnTo>
                    <a:lnTo>
                      <a:pt x="131" y="1085"/>
                    </a:lnTo>
                    <a:lnTo>
                      <a:pt x="139" y="1337"/>
                    </a:lnTo>
                    <a:lnTo>
                      <a:pt x="210" y="1442"/>
                    </a:lnTo>
                    <a:lnTo>
                      <a:pt x="61" y="1557"/>
                    </a:lnTo>
                    <a:lnTo>
                      <a:pt x="1" y="1757"/>
                    </a:lnTo>
                    <a:lnTo>
                      <a:pt x="70" y="1897"/>
                    </a:lnTo>
                    <a:lnTo>
                      <a:pt x="158" y="1994"/>
                    </a:lnTo>
                    <a:lnTo>
                      <a:pt x="9" y="2204"/>
                    </a:lnTo>
                    <a:lnTo>
                      <a:pt x="17" y="2491"/>
                    </a:lnTo>
                    <a:lnTo>
                      <a:pt x="122" y="2615"/>
                    </a:lnTo>
                    <a:lnTo>
                      <a:pt x="219" y="2728"/>
                    </a:lnTo>
                    <a:lnTo>
                      <a:pt x="219" y="2955"/>
                    </a:lnTo>
                    <a:lnTo>
                      <a:pt x="315" y="3140"/>
                    </a:lnTo>
                    <a:lnTo>
                      <a:pt x="586" y="3209"/>
                    </a:lnTo>
                    <a:lnTo>
                      <a:pt x="716" y="3270"/>
                    </a:lnTo>
                    <a:lnTo>
                      <a:pt x="735" y="3446"/>
                    </a:lnTo>
                    <a:lnTo>
                      <a:pt x="813" y="3604"/>
                    </a:lnTo>
                    <a:lnTo>
                      <a:pt x="987" y="3698"/>
                    </a:lnTo>
                    <a:lnTo>
                      <a:pt x="1233" y="3708"/>
                    </a:lnTo>
                    <a:lnTo>
                      <a:pt x="1407" y="3847"/>
                    </a:lnTo>
                    <a:lnTo>
                      <a:pt x="1669" y="3891"/>
                    </a:lnTo>
                    <a:lnTo>
                      <a:pt x="1757" y="3742"/>
                    </a:lnTo>
                    <a:lnTo>
                      <a:pt x="1774" y="3394"/>
                    </a:lnTo>
                    <a:lnTo>
                      <a:pt x="1774" y="218"/>
                    </a:lnTo>
                    <a:lnTo>
                      <a:pt x="1652" y="61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4"/>
              <p:cNvSpPr/>
              <p:nvPr/>
            </p:nvSpPr>
            <p:spPr>
              <a:xfrm>
                <a:off x="5905370" y="2409968"/>
                <a:ext cx="219057" cy="194287"/>
              </a:xfrm>
              <a:custGeom>
                <a:avLst/>
                <a:gdLst/>
                <a:ahLst/>
                <a:cxnLst/>
                <a:rect l="l" t="t" r="r" b="b"/>
                <a:pathLst>
                  <a:path w="849" h="753" extrusionOk="0">
                    <a:moveTo>
                      <a:pt x="196" y="0"/>
                    </a:moveTo>
                    <a:cubicBezTo>
                      <a:pt x="160" y="0"/>
                      <a:pt x="128" y="24"/>
                      <a:pt x="114" y="62"/>
                    </a:cubicBezTo>
                    <a:cubicBezTo>
                      <a:pt x="105" y="71"/>
                      <a:pt x="0" y="344"/>
                      <a:pt x="114" y="554"/>
                    </a:cubicBezTo>
                    <a:cubicBezTo>
                      <a:pt x="175" y="658"/>
                      <a:pt x="271" y="728"/>
                      <a:pt x="420" y="753"/>
                    </a:cubicBezTo>
                    <a:lnTo>
                      <a:pt x="500" y="753"/>
                    </a:lnTo>
                    <a:cubicBezTo>
                      <a:pt x="638" y="753"/>
                      <a:pt x="752" y="684"/>
                      <a:pt x="823" y="526"/>
                    </a:cubicBezTo>
                    <a:cubicBezTo>
                      <a:pt x="848" y="482"/>
                      <a:pt x="832" y="421"/>
                      <a:pt x="779" y="405"/>
                    </a:cubicBezTo>
                    <a:cubicBezTo>
                      <a:pt x="765" y="396"/>
                      <a:pt x="750" y="392"/>
                      <a:pt x="735" y="392"/>
                    </a:cubicBezTo>
                    <a:cubicBezTo>
                      <a:pt x="702" y="392"/>
                      <a:pt x="669" y="412"/>
                      <a:pt x="657" y="449"/>
                    </a:cubicBezTo>
                    <a:cubicBezTo>
                      <a:pt x="608" y="538"/>
                      <a:pt x="559" y="567"/>
                      <a:pt x="498" y="567"/>
                    </a:cubicBezTo>
                    <a:cubicBezTo>
                      <a:pt x="482" y="567"/>
                      <a:pt x="465" y="565"/>
                      <a:pt x="447" y="562"/>
                    </a:cubicBezTo>
                    <a:cubicBezTo>
                      <a:pt x="368" y="543"/>
                      <a:pt x="307" y="518"/>
                      <a:pt x="280" y="457"/>
                    </a:cubicBezTo>
                    <a:cubicBezTo>
                      <a:pt x="219" y="352"/>
                      <a:pt x="263" y="186"/>
                      <a:pt x="290" y="134"/>
                    </a:cubicBezTo>
                    <a:cubicBezTo>
                      <a:pt x="307" y="81"/>
                      <a:pt x="290" y="29"/>
                      <a:pt x="238" y="10"/>
                    </a:cubicBezTo>
                    <a:cubicBezTo>
                      <a:pt x="224" y="3"/>
                      <a:pt x="210" y="0"/>
                      <a:pt x="1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4"/>
              <p:cNvSpPr/>
              <p:nvPr/>
            </p:nvSpPr>
            <p:spPr>
              <a:xfrm>
                <a:off x="5923173" y="1599283"/>
                <a:ext cx="327940" cy="1052711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4080" extrusionOk="0">
                    <a:moveTo>
                      <a:pt x="959" y="0"/>
                    </a:moveTo>
                    <a:cubicBezTo>
                      <a:pt x="848" y="0"/>
                      <a:pt x="744" y="65"/>
                      <a:pt x="702" y="170"/>
                    </a:cubicBezTo>
                    <a:lnTo>
                      <a:pt x="702" y="180"/>
                    </a:lnTo>
                    <a:cubicBezTo>
                      <a:pt x="693" y="180"/>
                      <a:pt x="693" y="180"/>
                      <a:pt x="693" y="189"/>
                    </a:cubicBezTo>
                    <a:lnTo>
                      <a:pt x="683" y="189"/>
                    </a:lnTo>
                    <a:cubicBezTo>
                      <a:pt x="674" y="180"/>
                      <a:pt x="666" y="180"/>
                      <a:pt x="658" y="170"/>
                    </a:cubicBezTo>
                    <a:cubicBezTo>
                      <a:pt x="610" y="145"/>
                      <a:pt x="518" y="97"/>
                      <a:pt x="415" y="97"/>
                    </a:cubicBezTo>
                    <a:cubicBezTo>
                      <a:pt x="346" y="97"/>
                      <a:pt x="272" y="118"/>
                      <a:pt x="202" y="180"/>
                    </a:cubicBezTo>
                    <a:cubicBezTo>
                      <a:pt x="1" y="338"/>
                      <a:pt x="106" y="581"/>
                      <a:pt x="185" y="686"/>
                    </a:cubicBezTo>
                    <a:cubicBezTo>
                      <a:pt x="206" y="712"/>
                      <a:pt x="236" y="726"/>
                      <a:pt x="264" y="726"/>
                    </a:cubicBezTo>
                    <a:cubicBezTo>
                      <a:pt x="283" y="726"/>
                      <a:pt x="302" y="719"/>
                      <a:pt x="316" y="705"/>
                    </a:cubicBezTo>
                    <a:cubicBezTo>
                      <a:pt x="360" y="678"/>
                      <a:pt x="368" y="617"/>
                      <a:pt x="334" y="573"/>
                    </a:cubicBezTo>
                    <a:cubicBezTo>
                      <a:pt x="326" y="556"/>
                      <a:pt x="211" y="407"/>
                      <a:pt x="326" y="319"/>
                    </a:cubicBezTo>
                    <a:cubicBezTo>
                      <a:pt x="352" y="296"/>
                      <a:pt x="380" y="286"/>
                      <a:pt x="410" y="286"/>
                    </a:cubicBezTo>
                    <a:cubicBezTo>
                      <a:pt x="457" y="286"/>
                      <a:pt x="510" y="310"/>
                      <a:pt x="569" y="338"/>
                    </a:cubicBezTo>
                    <a:cubicBezTo>
                      <a:pt x="578" y="346"/>
                      <a:pt x="597" y="355"/>
                      <a:pt x="605" y="355"/>
                    </a:cubicBezTo>
                    <a:cubicBezTo>
                      <a:pt x="629" y="368"/>
                      <a:pt x="659" y="375"/>
                      <a:pt x="689" y="375"/>
                    </a:cubicBezTo>
                    <a:cubicBezTo>
                      <a:pt x="714" y="375"/>
                      <a:pt x="739" y="370"/>
                      <a:pt x="763" y="363"/>
                    </a:cubicBezTo>
                    <a:cubicBezTo>
                      <a:pt x="815" y="338"/>
                      <a:pt x="851" y="302"/>
                      <a:pt x="876" y="250"/>
                    </a:cubicBezTo>
                    <a:lnTo>
                      <a:pt x="876" y="241"/>
                    </a:lnTo>
                    <a:cubicBezTo>
                      <a:pt x="890" y="210"/>
                      <a:pt x="926" y="187"/>
                      <a:pt x="964" y="187"/>
                    </a:cubicBezTo>
                    <a:cubicBezTo>
                      <a:pt x="969" y="187"/>
                      <a:pt x="975" y="188"/>
                      <a:pt x="981" y="189"/>
                    </a:cubicBezTo>
                    <a:cubicBezTo>
                      <a:pt x="1042" y="214"/>
                      <a:pt x="1077" y="310"/>
                      <a:pt x="1077" y="476"/>
                    </a:cubicBezTo>
                    <a:lnTo>
                      <a:pt x="1077" y="3563"/>
                    </a:lnTo>
                    <a:cubicBezTo>
                      <a:pt x="1077" y="3660"/>
                      <a:pt x="1069" y="3765"/>
                      <a:pt x="1025" y="3834"/>
                    </a:cubicBezTo>
                    <a:cubicBezTo>
                      <a:pt x="1008" y="3861"/>
                      <a:pt x="989" y="3878"/>
                      <a:pt x="964" y="3887"/>
                    </a:cubicBezTo>
                    <a:cubicBezTo>
                      <a:pt x="953" y="3889"/>
                      <a:pt x="942" y="3890"/>
                      <a:pt x="931" y="3890"/>
                    </a:cubicBezTo>
                    <a:cubicBezTo>
                      <a:pt x="898" y="3890"/>
                      <a:pt x="867" y="3880"/>
                      <a:pt x="840" y="3861"/>
                    </a:cubicBezTo>
                    <a:cubicBezTo>
                      <a:pt x="788" y="3817"/>
                      <a:pt x="754" y="3738"/>
                      <a:pt x="763" y="3651"/>
                    </a:cubicBezTo>
                    <a:cubicBezTo>
                      <a:pt x="771" y="3599"/>
                      <a:pt x="727" y="3555"/>
                      <a:pt x="674" y="3547"/>
                    </a:cubicBezTo>
                    <a:cubicBezTo>
                      <a:pt x="622" y="3547"/>
                      <a:pt x="578" y="3580"/>
                      <a:pt x="578" y="3633"/>
                    </a:cubicBezTo>
                    <a:cubicBezTo>
                      <a:pt x="561" y="3790"/>
                      <a:pt x="614" y="3922"/>
                      <a:pt x="718" y="4010"/>
                    </a:cubicBezTo>
                    <a:cubicBezTo>
                      <a:pt x="779" y="4052"/>
                      <a:pt x="859" y="4080"/>
                      <a:pt x="928" y="4080"/>
                    </a:cubicBezTo>
                    <a:cubicBezTo>
                      <a:pt x="956" y="4080"/>
                      <a:pt x="989" y="4080"/>
                      <a:pt x="1025" y="4063"/>
                    </a:cubicBezTo>
                    <a:cubicBezTo>
                      <a:pt x="1086" y="4044"/>
                      <a:pt x="1147" y="4000"/>
                      <a:pt x="1182" y="3939"/>
                    </a:cubicBezTo>
                    <a:cubicBezTo>
                      <a:pt x="1260" y="3817"/>
                      <a:pt x="1260" y="3677"/>
                      <a:pt x="1260" y="3572"/>
                    </a:cubicBezTo>
                    <a:lnTo>
                      <a:pt x="1270" y="476"/>
                    </a:lnTo>
                    <a:cubicBezTo>
                      <a:pt x="1270" y="380"/>
                      <a:pt x="1270" y="84"/>
                      <a:pt x="1042" y="12"/>
                    </a:cubicBezTo>
                    <a:cubicBezTo>
                      <a:pt x="1014" y="4"/>
                      <a:pt x="987" y="0"/>
                      <a:pt x="9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4"/>
              <p:cNvSpPr/>
              <p:nvPr/>
            </p:nvSpPr>
            <p:spPr>
              <a:xfrm>
                <a:off x="5738691" y="1974438"/>
                <a:ext cx="160487" cy="19248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746" extrusionOk="0">
                    <a:moveTo>
                      <a:pt x="316" y="1"/>
                    </a:moveTo>
                    <a:cubicBezTo>
                      <a:pt x="309" y="1"/>
                      <a:pt x="303" y="1"/>
                      <a:pt x="296" y="2"/>
                    </a:cubicBezTo>
                    <a:cubicBezTo>
                      <a:pt x="210" y="27"/>
                      <a:pt x="44" y="116"/>
                      <a:pt x="17" y="317"/>
                    </a:cubicBezTo>
                    <a:cubicBezTo>
                      <a:pt x="0" y="458"/>
                      <a:pt x="61" y="588"/>
                      <a:pt x="174" y="668"/>
                    </a:cubicBezTo>
                    <a:cubicBezTo>
                      <a:pt x="279" y="737"/>
                      <a:pt x="481" y="745"/>
                      <a:pt x="525" y="745"/>
                    </a:cubicBezTo>
                    <a:cubicBezTo>
                      <a:pt x="577" y="745"/>
                      <a:pt x="621" y="701"/>
                      <a:pt x="621" y="649"/>
                    </a:cubicBezTo>
                    <a:cubicBezTo>
                      <a:pt x="621" y="596"/>
                      <a:pt x="577" y="552"/>
                      <a:pt x="525" y="552"/>
                    </a:cubicBezTo>
                    <a:cubicBezTo>
                      <a:pt x="453" y="552"/>
                      <a:pt x="323" y="535"/>
                      <a:pt x="279" y="510"/>
                    </a:cubicBezTo>
                    <a:cubicBezTo>
                      <a:pt x="227" y="474"/>
                      <a:pt x="202" y="405"/>
                      <a:pt x="210" y="334"/>
                    </a:cubicBezTo>
                    <a:cubicBezTo>
                      <a:pt x="218" y="221"/>
                      <a:pt x="340" y="195"/>
                      <a:pt x="348" y="185"/>
                    </a:cubicBezTo>
                    <a:cubicBezTo>
                      <a:pt x="393" y="176"/>
                      <a:pt x="428" y="124"/>
                      <a:pt x="411" y="72"/>
                    </a:cubicBezTo>
                    <a:cubicBezTo>
                      <a:pt x="402" y="26"/>
                      <a:pt x="361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4"/>
              <p:cNvSpPr/>
              <p:nvPr/>
            </p:nvSpPr>
            <p:spPr>
              <a:xfrm>
                <a:off x="5736369" y="2116346"/>
                <a:ext cx="254921" cy="364063"/>
              </a:xfrm>
              <a:custGeom>
                <a:avLst/>
                <a:gdLst/>
                <a:ahLst/>
                <a:cxnLst/>
                <a:rect l="l" t="t" r="r" b="b"/>
                <a:pathLst>
                  <a:path w="988" h="1411" extrusionOk="0">
                    <a:moveTo>
                      <a:pt x="315" y="1"/>
                    </a:moveTo>
                    <a:cubicBezTo>
                      <a:pt x="309" y="1"/>
                      <a:pt x="303" y="1"/>
                      <a:pt x="297" y="2"/>
                    </a:cubicBezTo>
                    <a:cubicBezTo>
                      <a:pt x="175" y="38"/>
                      <a:pt x="43" y="231"/>
                      <a:pt x="26" y="413"/>
                    </a:cubicBezTo>
                    <a:cubicBezTo>
                      <a:pt x="1" y="598"/>
                      <a:pt x="87" y="737"/>
                      <a:pt x="253" y="833"/>
                    </a:cubicBezTo>
                    <a:cubicBezTo>
                      <a:pt x="211" y="999"/>
                      <a:pt x="271" y="1245"/>
                      <a:pt x="429" y="1349"/>
                    </a:cubicBezTo>
                    <a:cubicBezTo>
                      <a:pt x="473" y="1377"/>
                      <a:pt x="534" y="1410"/>
                      <a:pt x="611" y="1410"/>
                    </a:cubicBezTo>
                    <a:cubicBezTo>
                      <a:pt x="700" y="1410"/>
                      <a:pt x="813" y="1377"/>
                      <a:pt x="945" y="1261"/>
                    </a:cubicBezTo>
                    <a:cubicBezTo>
                      <a:pt x="979" y="1236"/>
                      <a:pt x="987" y="1175"/>
                      <a:pt x="953" y="1131"/>
                    </a:cubicBezTo>
                    <a:cubicBezTo>
                      <a:pt x="935" y="1108"/>
                      <a:pt x="909" y="1097"/>
                      <a:pt x="884" y="1097"/>
                    </a:cubicBezTo>
                    <a:cubicBezTo>
                      <a:pt x="861" y="1097"/>
                      <a:pt x="838" y="1106"/>
                      <a:pt x="821" y="1123"/>
                    </a:cubicBezTo>
                    <a:cubicBezTo>
                      <a:pt x="765" y="1167"/>
                      <a:pt x="690" y="1216"/>
                      <a:pt x="616" y="1216"/>
                    </a:cubicBezTo>
                    <a:cubicBezTo>
                      <a:pt x="588" y="1216"/>
                      <a:pt x="560" y="1209"/>
                      <a:pt x="534" y="1192"/>
                    </a:cubicBezTo>
                    <a:cubicBezTo>
                      <a:pt x="446" y="1131"/>
                      <a:pt x="410" y="965"/>
                      <a:pt x="437" y="869"/>
                    </a:cubicBezTo>
                    <a:cubicBezTo>
                      <a:pt x="462" y="789"/>
                      <a:pt x="429" y="703"/>
                      <a:pt x="349" y="667"/>
                    </a:cubicBezTo>
                    <a:cubicBezTo>
                      <a:pt x="253" y="615"/>
                      <a:pt x="200" y="546"/>
                      <a:pt x="211" y="449"/>
                    </a:cubicBezTo>
                    <a:cubicBezTo>
                      <a:pt x="219" y="317"/>
                      <a:pt x="315" y="204"/>
                      <a:pt x="349" y="187"/>
                    </a:cubicBezTo>
                    <a:cubicBezTo>
                      <a:pt x="402" y="178"/>
                      <a:pt x="429" y="126"/>
                      <a:pt x="410" y="73"/>
                    </a:cubicBezTo>
                    <a:cubicBezTo>
                      <a:pt x="403" y="27"/>
                      <a:pt x="361" y="1"/>
                      <a:pt x="3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4"/>
              <p:cNvSpPr/>
              <p:nvPr/>
            </p:nvSpPr>
            <p:spPr>
              <a:xfrm>
                <a:off x="5975292" y="2150404"/>
                <a:ext cx="169776" cy="161003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24" extrusionOk="0">
                    <a:moveTo>
                      <a:pt x="408" y="1"/>
                    </a:moveTo>
                    <a:cubicBezTo>
                      <a:pt x="373" y="1"/>
                      <a:pt x="337" y="23"/>
                      <a:pt x="323" y="55"/>
                    </a:cubicBezTo>
                    <a:cubicBezTo>
                      <a:pt x="307" y="107"/>
                      <a:pt x="323" y="160"/>
                      <a:pt x="376" y="185"/>
                    </a:cubicBezTo>
                    <a:cubicBezTo>
                      <a:pt x="412" y="195"/>
                      <a:pt x="439" y="237"/>
                      <a:pt x="447" y="281"/>
                    </a:cubicBezTo>
                    <a:cubicBezTo>
                      <a:pt x="456" y="326"/>
                      <a:pt x="447" y="378"/>
                      <a:pt x="420" y="405"/>
                    </a:cubicBezTo>
                    <a:cubicBezTo>
                      <a:pt x="398" y="422"/>
                      <a:pt x="372" y="431"/>
                      <a:pt x="345" y="431"/>
                    </a:cubicBezTo>
                    <a:cubicBezTo>
                      <a:pt x="329" y="431"/>
                      <a:pt x="314" y="428"/>
                      <a:pt x="298" y="422"/>
                    </a:cubicBezTo>
                    <a:cubicBezTo>
                      <a:pt x="254" y="414"/>
                      <a:pt x="210" y="386"/>
                      <a:pt x="202" y="353"/>
                    </a:cubicBezTo>
                    <a:cubicBezTo>
                      <a:pt x="188" y="311"/>
                      <a:pt x="152" y="285"/>
                      <a:pt x="111" y="285"/>
                    </a:cubicBezTo>
                    <a:cubicBezTo>
                      <a:pt x="101" y="285"/>
                      <a:pt x="90" y="287"/>
                      <a:pt x="80" y="290"/>
                    </a:cubicBezTo>
                    <a:cubicBezTo>
                      <a:pt x="27" y="309"/>
                      <a:pt x="0" y="361"/>
                      <a:pt x="19" y="414"/>
                    </a:cubicBezTo>
                    <a:cubicBezTo>
                      <a:pt x="53" y="510"/>
                      <a:pt x="141" y="579"/>
                      <a:pt x="254" y="605"/>
                    </a:cubicBezTo>
                    <a:cubicBezTo>
                      <a:pt x="281" y="615"/>
                      <a:pt x="307" y="624"/>
                      <a:pt x="334" y="624"/>
                    </a:cubicBezTo>
                    <a:cubicBezTo>
                      <a:pt x="412" y="624"/>
                      <a:pt x="491" y="588"/>
                      <a:pt x="552" y="535"/>
                    </a:cubicBezTo>
                    <a:cubicBezTo>
                      <a:pt x="621" y="466"/>
                      <a:pt x="657" y="361"/>
                      <a:pt x="630" y="248"/>
                    </a:cubicBezTo>
                    <a:cubicBezTo>
                      <a:pt x="613" y="132"/>
                      <a:pt x="544" y="46"/>
                      <a:pt x="447" y="11"/>
                    </a:cubicBezTo>
                    <a:cubicBezTo>
                      <a:pt x="435" y="4"/>
                      <a:pt x="422" y="1"/>
                      <a:pt x="4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4"/>
              <p:cNvSpPr/>
              <p:nvPr/>
            </p:nvSpPr>
            <p:spPr>
              <a:xfrm>
                <a:off x="5975292" y="1886971"/>
                <a:ext cx="151198" cy="131073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08" extrusionOk="0">
                    <a:moveTo>
                      <a:pt x="283" y="1"/>
                    </a:moveTo>
                    <a:cubicBezTo>
                      <a:pt x="243" y="1"/>
                      <a:pt x="204" y="10"/>
                      <a:pt x="166" y="27"/>
                    </a:cubicBezTo>
                    <a:cubicBezTo>
                      <a:pt x="88" y="71"/>
                      <a:pt x="36" y="140"/>
                      <a:pt x="19" y="228"/>
                    </a:cubicBezTo>
                    <a:cubicBezTo>
                      <a:pt x="0" y="314"/>
                      <a:pt x="19" y="402"/>
                      <a:pt x="80" y="471"/>
                    </a:cubicBezTo>
                    <a:cubicBezTo>
                      <a:pt x="97" y="490"/>
                      <a:pt x="124" y="507"/>
                      <a:pt x="149" y="507"/>
                    </a:cubicBezTo>
                    <a:cubicBezTo>
                      <a:pt x="166" y="507"/>
                      <a:pt x="193" y="499"/>
                      <a:pt x="210" y="482"/>
                    </a:cubicBezTo>
                    <a:cubicBezTo>
                      <a:pt x="254" y="446"/>
                      <a:pt x="254" y="385"/>
                      <a:pt x="218" y="350"/>
                    </a:cubicBezTo>
                    <a:cubicBezTo>
                      <a:pt x="202" y="333"/>
                      <a:pt x="202" y="297"/>
                      <a:pt x="202" y="272"/>
                    </a:cubicBezTo>
                    <a:cubicBezTo>
                      <a:pt x="210" y="236"/>
                      <a:pt x="229" y="209"/>
                      <a:pt x="254" y="201"/>
                    </a:cubicBezTo>
                    <a:cubicBezTo>
                      <a:pt x="263" y="196"/>
                      <a:pt x="276" y="194"/>
                      <a:pt x="290" y="194"/>
                    </a:cubicBezTo>
                    <a:cubicBezTo>
                      <a:pt x="304" y="194"/>
                      <a:pt x="320" y="196"/>
                      <a:pt x="334" y="201"/>
                    </a:cubicBezTo>
                    <a:cubicBezTo>
                      <a:pt x="359" y="220"/>
                      <a:pt x="386" y="236"/>
                      <a:pt x="386" y="262"/>
                    </a:cubicBezTo>
                    <a:cubicBezTo>
                      <a:pt x="400" y="305"/>
                      <a:pt x="439" y="337"/>
                      <a:pt x="482" y="337"/>
                    </a:cubicBezTo>
                    <a:cubicBezTo>
                      <a:pt x="490" y="337"/>
                      <a:pt x="499" y="336"/>
                      <a:pt x="508" y="333"/>
                    </a:cubicBezTo>
                    <a:cubicBezTo>
                      <a:pt x="552" y="325"/>
                      <a:pt x="586" y="272"/>
                      <a:pt x="577" y="220"/>
                    </a:cubicBezTo>
                    <a:cubicBezTo>
                      <a:pt x="552" y="140"/>
                      <a:pt x="500" y="71"/>
                      <a:pt x="412" y="35"/>
                    </a:cubicBezTo>
                    <a:cubicBezTo>
                      <a:pt x="371" y="12"/>
                      <a:pt x="327" y="1"/>
                      <a:pt x="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4"/>
              <p:cNvSpPr/>
              <p:nvPr/>
            </p:nvSpPr>
            <p:spPr>
              <a:xfrm>
                <a:off x="5772233" y="1703006"/>
                <a:ext cx="216735" cy="351162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361" extrusionOk="0">
                    <a:moveTo>
                      <a:pt x="680" y="1"/>
                    </a:moveTo>
                    <a:cubicBezTo>
                      <a:pt x="598" y="1"/>
                      <a:pt x="473" y="17"/>
                      <a:pt x="386" y="110"/>
                    </a:cubicBezTo>
                    <a:cubicBezTo>
                      <a:pt x="307" y="198"/>
                      <a:pt x="290" y="320"/>
                      <a:pt x="334" y="477"/>
                    </a:cubicBezTo>
                    <a:cubicBezTo>
                      <a:pt x="114" y="555"/>
                      <a:pt x="0" y="723"/>
                      <a:pt x="36" y="933"/>
                    </a:cubicBezTo>
                    <a:cubicBezTo>
                      <a:pt x="72" y="1203"/>
                      <a:pt x="246" y="1361"/>
                      <a:pt x="500" y="1361"/>
                    </a:cubicBezTo>
                    <a:lnTo>
                      <a:pt x="508" y="1361"/>
                    </a:lnTo>
                    <a:cubicBezTo>
                      <a:pt x="561" y="1361"/>
                      <a:pt x="605" y="1317"/>
                      <a:pt x="605" y="1264"/>
                    </a:cubicBezTo>
                    <a:cubicBezTo>
                      <a:pt x="605" y="1212"/>
                      <a:pt x="561" y="1176"/>
                      <a:pt x="508" y="1176"/>
                    </a:cubicBezTo>
                    <a:cubicBezTo>
                      <a:pt x="342" y="1176"/>
                      <a:pt x="246" y="1090"/>
                      <a:pt x="218" y="914"/>
                    </a:cubicBezTo>
                    <a:cubicBezTo>
                      <a:pt x="210" y="861"/>
                      <a:pt x="193" y="723"/>
                      <a:pt x="395" y="651"/>
                    </a:cubicBezTo>
                    <a:cubicBezTo>
                      <a:pt x="481" y="618"/>
                      <a:pt x="533" y="530"/>
                      <a:pt x="508" y="433"/>
                    </a:cubicBezTo>
                    <a:cubicBezTo>
                      <a:pt x="500" y="372"/>
                      <a:pt x="491" y="284"/>
                      <a:pt x="525" y="240"/>
                    </a:cubicBezTo>
                    <a:cubicBezTo>
                      <a:pt x="561" y="204"/>
                      <a:pt x="626" y="193"/>
                      <a:pt x="675" y="193"/>
                    </a:cubicBezTo>
                    <a:cubicBezTo>
                      <a:pt x="697" y="193"/>
                      <a:pt x="715" y="195"/>
                      <a:pt x="726" y="198"/>
                    </a:cubicBezTo>
                    <a:cubicBezTo>
                      <a:pt x="731" y="199"/>
                      <a:pt x="737" y="199"/>
                      <a:pt x="742" y="199"/>
                    </a:cubicBezTo>
                    <a:cubicBezTo>
                      <a:pt x="789" y="199"/>
                      <a:pt x="832" y="166"/>
                      <a:pt x="840" y="118"/>
                    </a:cubicBezTo>
                    <a:cubicBezTo>
                      <a:pt x="840" y="66"/>
                      <a:pt x="806" y="13"/>
                      <a:pt x="762" y="5"/>
                    </a:cubicBezTo>
                    <a:cubicBezTo>
                      <a:pt x="753" y="5"/>
                      <a:pt x="722" y="1"/>
                      <a:pt x="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4"/>
              <p:cNvSpPr/>
              <p:nvPr/>
            </p:nvSpPr>
            <p:spPr>
              <a:xfrm>
                <a:off x="6320777" y="1623021"/>
                <a:ext cx="458239" cy="1004204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3892" extrusionOk="0">
                    <a:moveTo>
                      <a:pt x="279" y="0"/>
                    </a:moveTo>
                    <a:lnTo>
                      <a:pt x="130" y="61"/>
                    </a:lnTo>
                    <a:lnTo>
                      <a:pt x="0" y="218"/>
                    </a:lnTo>
                    <a:lnTo>
                      <a:pt x="0" y="3394"/>
                    </a:lnTo>
                    <a:lnTo>
                      <a:pt x="17" y="3742"/>
                    </a:lnTo>
                    <a:lnTo>
                      <a:pt x="113" y="3891"/>
                    </a:lnTo>
                    <a:lnTo>
                      <a:pt x="367" y="3847"/>
                    </a:lnTo>
                    <a:lnTo>
                      <a:pt x="550" y="3708"/>
                    </a:lnTo>
                    <a:lnTo>
                      <a:pt x="796" y="3698"/>
                    </a:lnTo>
                    <a:lnTo>
                      <a:pt x="970" y="3604"/>
                    </a:lnTo>
                    <a:lnTo>
                      <a:pt x="1049" y="3446"/>
                    </a:lnTo>
                    <a:lnTo>
                      <a:pt x="1066" y="3270"/>
                    </a:lnTo>
                    <a:lnTo>
                      <a:pt x="1188" y="3209"/>
                    </a:lnTo>
                    <a:lnTo>
                      <a:pt x="1461" y="3140"/>
                    </a:lnTo>
                    <a:lnTo>
                      <a:pt x="1566" y="2955"/>
                    </a:lnTo>
                    <a:lnTo>
                      <a:pt x="1566" y="2728"/>
                    </a:lnTo>
                    <a:lnTo>
                      <a:pt x="1660" y="2615"/>
                    </a:lnTo>
                    <a:lnTo>
                      <a:pt x="1757" y="2491"/>
                    </a:lnTo>
                    <a:lnTo>
                      <a:pt x="1765" y="2204"/>
                    </a:lnTo>
                    <a:lnTo>
                      <a:pt x="1627" y="1994"/>
                    </a:lnTo>
                    <a:lnTo>
                      <a:pt x="1704" y="1897"/>
                    </a:lnTo>
                    <a:lnTo>
                      <a:pt x="1776" y="1757"/>
                    </a:lnTo>
                    <a:lnTo>
                      <a:pt x="1713" y="1557"/>
                    </a:lnTo>
                    <a:lnTo>
                      <a:pt x="1574" y="1442"/>
                    </a:lnTo>
                    <a:lnTo>
                      <a:pt x="1643" y="1337"/>
                    </a:lnTo>
                    <a:lnTo>
                      <a:pt x="1652" y="1085"/>
                    </a:lnTo>
                    <a:lnTo>
                      <a:pt x="1522" y="917"/>
                    </a:lnTo>
                    <a:lnTo>
                      <a:pt x="1329" y="787"/>
                    </a:lnTo>
                    <a:lnTo>
                      <a:pt x="1373" y="630"/>
                    </a:lnTo>
                    <a:lnTo>
                      <a:pt x="1276" y="428"/>
                    </a:lnTo>
                    <a:lnTo>
                      <a:pt x="989" y="412"/>
                    </a:lnTo>
                    <a:lnTo>
                      <a:pt x="936" y="193"/>
                    </a:lnTo>
                    <a:lnTo>
                      <a:pt x="726" y="97"/>
                    </a:lnTo>
                    <a:lnTo>
                      <a:pt x="411" y="193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4"/>
              <p:cNvSpPr/>
              <p:nvPr/>
            </p:nvSpPr>
            <p:spPr>
              <a:xfrm>
                <a:off x="6423983" y="2406872"/>
                <a:ext cx="219573" cy="197383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65" extrusionOk="0">
                    <a:moveTo>
                      <a:pt x="646" y="0"/>
                    </a:moveTo>
                    <a:cubicBezTo>
                      <a:pt x="636" y="0"/>
                      <a:pt x="625" y="2"/>
                      <a:pt x="614" y="5"/>
                    </a:cubicBezTo>
                    <a:cubicBezTo>
                      <a:pt x="570" y="30"/>
                      <a:pt x="545" y="83"/>
                      <a:pt x="561" y="127"/>
                    </a:cubicBezTo>
                    <a:cubicBezTo>
                      <a:pt x="561" y="135"/>
                      <a:pt x="641" y="345"/>
                      <a:pt x="570" y="469"/>
                    </a:cubicBezTo>
                    <a:cubicBezTo>
                      <a:pt x="545" y="530"/>
                      <a:pt x="484" y="555"/>
                      <a:pt x="404" y="574"/>
                    </a:cubicBezTo>
                    <a:cubicBezTo>
                      <a:pt x="385" y="577"/>
                      <a:pt x="368" y="579"/>
                      <a:pt x="352" y="579"/>
                    </a:cubicBezTo>
                    <a:cubicBezTo>
                      <a:pt x="290" y="579"/>
                      <a:pt x="242" y="550"/>
                      <a:pt x="194" y="461"/>
                    </a:cubicBezTo>
                    <a:cubicBezTo>
                      <a:pt x="182" y="424"/>
                      <a:pt x="150" y="404"/>
                      <a:pt x="116" y="404"/>
                    </a:cubicBezTo>
                    <a:cubicBezTo>
                      <a:pt x="101" y="404"/>
                      <a:pt x="86" y="408"/>
                      <a:pt x="72" y="417"/>
                    </a:cubicBezTo>
                    <a:cubicBezTo>
                      <a:pt x="20" y="433"/>
                      <a:pt x="1" y="494"/>
                      <a:pt x="28" y="538"/>
                    </a:cubicBezTo>
                    <a:cubicBezTo>
                      <a:pt x="97" y="696"/>
                      <a:pt x="211" y="765"/>
                      <a:pt x="351" y="765"/>
                    </a:cubicBezTo>
                    <a:lnTo>
                      <a:pt x="431" y="765"/>
                    </a:lnTo>
                    <a:cubicBezTo>
                      <a:pt x="578" y="740"/>
                      <a:pt x="675" y="670"/>
                      <a:pt x="735" y="566"/>
                    </a:cubicBezTo>
                    <a:cubicBezTo>
                      <a:pt x="851" y="356"/>
                      <a:pt x="746" y="74"/>
                      <a:pt x="735" y="66"/>
                    </a:cubicBezTo>
                    <a:cubicBezTo>
                      <a:pt x="722" y="24"/>
                      <a:pt x="686" y="0"/>
                      <a:pt x="6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4"/>
              <p:cNvSpPr/>
              <p:nvPr/>
            </p:nvSpPr>
            <p:spPr>
              <a:xfrm>
                <a:off x="6297813" y="1599283"/>
                <a:ext cx="327424" cy="1052711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4080" extrusionOk="0">
                    <a:moveTo>
                      <a:pt x="311" y="0"/>
                    </a:moveTo>
                    <a:cubicBezTo>
                      <a:pt x="284" y="0"/>
                      <a:pt x="255" y="4"/>
                      <a:pt x="228" y="12"/>
                    </a:cubicBezTo>
                    <a:cubicBezTo>
                      <a:pt x="1" y="84"/>
                      <a:pt x="1" y="380"/>
                      <a:pt x="1" y="476"/>
                    </a:cubicBezTo>
                    <a:lnTo>
                      <a:pt x="9" y="3572"/>
                    </a:lnTo>
                    <a:cubicBezTo>
                      <a:pt x="9" y="3677"/>
                      <a:pt x="9" y="3817"/>
                      <a:pt x="89" y="3939"/>
                    </a:cubicBezTo>
                    <a:cubicBezTo>
                      <a:pt x="123" y="4000"/>
                      <a:pt x="186" y="4044"/>
                      <a:pt x="247" y="4063"/>
                    </a:cubicBezTo>
                    <a:cubicBezTo>
                      <a:pt x="280" y="4080"/>
                      <a:pt x="316" y="4080"/>
                      <a:pt x="351" y="4080"/>
                    </a:cubicBezTo>
                    <a:cubicBezTo>
                      <a:pt x="421" y="4080"/>
                      <a:pt x="490" y="4052"/>
                      <a:pt x="553" y="4010"/>
                    </a:cubicBezTo>
                    <a:cubicBezTo>
                      <a:pt x="658" y="3931"/>
                      <a:pt x="710" y="3800"/>
                      <a:pt x="691" y="3651"/>
                    </a:cubicBezTo>
                    <a:cubicBezTo>
                      <a:pt x="691" y="3603"/>
                      <a:pt x="654" y="3562"/>
                      <a:pt x="608" y="3562"/>
                    </a:cubicBezTo>
                    <a:cubicBezTo>
                      <a:pt x="604" y="3562"/>
                      <a:pt x="599" y="3563"/>
                      <a:pt x="595" y="3563"/>
                    </a:cubicBezTo>
                    <a:cubicBezTo>
                      <a:pt x="542" y="3563"/>
                      <a:pt x="500" y="3607"/>
                      <a:pt x="509" y="3660"/>
                    </a:cubicBezTo>
                    <a:cubicBezTo>
                      <a:pt x="509" y="3748"/>
                      <a:pt x="490" y="3817"/>
                      <a:pt x="437" y="3861"/>
                    </a:cubicBezTo>
                    <a:cubicBezTo>
                      <a:pt x="412" y="3880"/>
                      <a:pt x="377" y="3890"/>
                      <a:pt x="342" y="3890"/>
                    </a:cubicBezTo>
                    <a:cubicBezTo>
                      <a:pt x="330" y="3890"/>
                      <a:pt x="318" y="3889"/>
                      <a:pt x="307" y="3887"/>
                    </a:cubicBezTo>
                    <a:cubicBezTo>
                      <a:pt x="291" y="3878"/>
                      <a:pt x="263" y="3861"/>
                      <a:pt x="247" y="3834"/>
                    </a:cubicBezTo>
                    <a:cubicBezTo>
                      <a:pt x="202" y="3765"/>
                      <a:pt x="202" y="3660"/>
                      <a:pt x="202" y="3563"/>
                    </a:cubicBezTo>
                    <a:lnTo>
                      <a:pt x="194" y="476"/>
                    </a:lnTo>
                    <a:cubicBezTo>
                      <a:pt x="194" y="310"/>
                      <a:pt x="228" y="214"/>
                      <a:pt x="291" y="189"/>
                    </a:cubicBezTo>
                    <a:cubicBezTo>
                      <a:pt x="296" y="188"/>
                      <a:pt x="301" y="187"/>
                      <a:pt x="307" y="187"/>
                    </a:cubicBezTo>
                    <a:cubicBezTo>
                      <a:pt x="343" y="187"/>
                      <a:pt x="379" y="211"/>
                      <a:pt x="396" y="250"/>
                    </a:cubicBezTo>
                    <a:cubicBezTo>
                      <a:pt x="421" y="302"/>
                      <a:pt x="465" y="338"/>
                      <a:pt x="517" y="363"/>
                    </a:cubicBezTo>
                    <a:cubicBezTo>
                      <a:pt x="537" y="370"/>
                      <a:pt x="560" y="375"/>
                      <a:pt x="584" y="375"/>
                    </a:cubicBezTo>
                    <a:cubicBezTo>
                      <a:pt x="613" y="375"/>
                      <a:pt x="642" y="368"/>
                      <a:pt x="666" y="355"/>
                    </a:cubicBezTo>
                    <a:cubicBezTo>
                      <a:pt x="683" y="355"/>
                      <a:pt x="691" y="346"/>
                      <a:pt x="700" y="338"/>
                    </a:cubicBezTo>
                    <a:cubicBezTo>
                      <a:pt x="760" y="310"/>
                      <a:pt x="813" y="286"/>
                      <a:pt x="861" y="286"/>
                    </a:cubicBezTo>
                    <a:cubicBezTo>
                      <a:pt x="891" y="286"/>
                      <a:pt x="919" y="296"/>
                      <a:pt x="945" y="319"/>
                    </a:cubicBezTo>
                    <a:cubicBezTo>
                      <a:pt x="1059" y="407"/>
                      <a:pt x="945" y="556"/>
                      <a:pt x="937" y="573"/>
                    </a:cubicBezTo>
                    <a:cubicBezTo>
                      <a:pt x="901" y="617"/>
                      <a:pt x="910" y="678"/>
                      <a:pt x="954" y="705"/>
                    </a:cubicBezTo>
                    <a:cubicBezTo>
                      <a:pt x="968" y="719"/>
                      <a:pt x="988" y="726"/>
                      <a:pt x="1007" y="726"/>
                    </a:cubicBezTo>
                    <a:cubicBezTo>
                      <a:pt x="1035" y="726"/>
                      <a:pt x="1065" y="712"/>
                      <a:pt x="1086" y="686"/>
                    </a:cubicBezTo>
                    <a:cubicBezTo>
                      <a:pt x="1164" y="581"/>
                      <a:pt x="1269" y="338"/>
                      <a:pt x="1067" y="180"/>
                    </a:cubicBezTo>
                    <a:cubicBezTo>
                      <a:pt x="998" y="118"/>
                      <a:pt x="924" y="97"/>
                      <a:pt x="855" y="97"/>
                    </a:cubicBezTo>
                    <a:cubicBezTo>
                      <a:pt x="752" y="97"/>
                      <a:pt x="660" y="145"/>
                      <a:pt x="614" y="170"/>
                    </a:cubicBezTo>
                    <a:cubicBezTo>
                      <a:pt x="605" y="180"/>
                      <a:pt x="595" y="180"/>
                      <a:pt x="586" y="189"/>
                    </a:cubicBezTo>
                    <a:lnTo>
                      <a:pt x="578" y="189"/>
                    </a:lnTo>
                    <a:cubicBezTo>
                      <a:pt x="578" y="180"/>
                      <a:pt x="578" y="180"/>
                      <a:pt x="570" y="170"/>
                    </a:cubicBezTo>
                    <a:cubicBezTo>
                      <a:pt x="528" y="65"/>
                      <a:pt x="423" y="0"/>
                      <a:pt x="3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4"/>
              <p:cNvSpPr/>
              <p:nvPr/>
            </p:nvSpPr>
            <p:spPr>
              <a:xfrm>
                <a:off x="6650006" y="1974438"/>
                <a:ext cx="160487" cy="19248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746" extrusionOk="0">
                    <a:moveTo>
                      <a:pt x="303" y="1"/>
                    </a:moveTo>
                    <a:cubicBezTo>
                      <a:pt x="258" y="1"/>
                      <a:pt x="217" y="26"/>
                      <a:pt x="210" y="72"/>
                    </a:cubicBezTo>
                    <a:cubicBezTo>
                      <a:pt x="193" y="124"/>
                      <a:pt x="227" y="176"/>
                      <a:pt x="271" y="185"/>
                    </a:cubicBezTo>
                    <a:cubicBezTo>
                      <a:pt x="279" y="195"/>
                      <a:pt x="403" y="221"/>
                      <a:pt x="411" y="334"/>
                    </a:cubicBezTo>
                    <a:cubicBezTo>
                      <a:pt x="420" y="405"/>
                      <a:pt x="395" y="474"/>
                      <a:pt x="342" y="510"/>
                    </a:cubicBezTo>
                    <a:cubicBezTo>
                      <a:pt x="298" y="535"/>
                      <a:pt x="166" y="552"/>
                      <a:pt x="97" y="552"/>
                    </a:cubicBezTo>
                    <a:cubicBezTo>
                      <a:pt x="44" y="552"/>
                      <a:pt x="0" y="596"/>
                      <a:pt x="0" y="649"/>
                    </a:cubicBezTo>
                    <a:cubicBezTo>
                      <a:pt x="0" y="701"/>
                      <a:pt x="44" y="745"/>
                      <a:pt x="97" y="745"/>
                    </a:cubicBezTo>
                    <a:cubicBezTo>
                      <a:pt x="141" y="745"/>
                      <a:pt x="342" y="737"/>
                      <a:pt x="447" y="668"/>
                    </a:cubicBezTo>
                    <a:cubicBezTo>
                      <a:pt x="560" y="588"/>
                      <a:pt x="621" y="458"/>
                      <a:pt x="604" y="317"/>
                    </a:cubicBezTo>
                    <a:cubicBezTo>
                      <a:pt x="577" y="116"/>
                      <a:pt x="411" y="27"/>
                      <a:pt x="323" y="2"/>
                    </a:cubicBezTo>
                    <a:cubicBezTo>
                      <a:pt x="317" y="1"/>
                      <a:pt x="310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4"/>
              <p:cNvSpPr/>
              <p:nvPr/>
            </p:nvSpPr>
            <p:spPr>
              <a:xfrm>
                <a:off x="6557378" y="2116346"/>
                <a:ext cx="255179" cy="364063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411" extrusionOk="0">
                    <a:moveTo>
                      <a:pt x="672" y="1"/>
                    </a:moveTo>
                    <a:cubicBezTo>
                      <a:pt x="626" y="1"/>
                      <a:pt x="585" y="27"/>
                      <a:pt x="577" y="73"/>
                    </a:cubicBezTo>
                    <a:cubicBezTo>
                      <a:pt x="561" y="126"/>
                      <a:pt x="586" y="178"/>
                      <a:pt x="638" y="187"/>
                    </a:cubicBezTo>
                    <a:cubicBezTo>
                      <a:pt x="674" y="204"/>
                      <a:pt x="770" y="317"/>
                      <a:pt x="779" y="449"/>
                    </a:cubicBezTo>
                    <a:cubicBezTo>
                      <a:pt x="787" y="546"/>
                      <a:pt x="735" y="615"/>
                      <a:pt x="638" y="667"/>
                    </a:cubicBezTo>
                    <a:cubicBezTo>
                      <a:pt x="561" y="703"/>
                      <a:pt x="525" y="789"/>
                      <a:pt x="552" y="869"/>
                    </a:cubicBezTo>
                    <a:cubicBezTo>
                      <a:pt x="577" y="965"/>
                      <a:pt x="544" y="1131"/>
                      <a:pt x="456" y="1192"/>
                    </a:cubicBezTo>
                    <a:cubicBezTo>
                      <a:pt x="431" y="1209"/>
                      <a:pt x="405" y="1216"/>
                      <a:pt x="377" y="1216"/>
                    </a:cubicBezTo>
                    <a:cubicBezTo>
                      <a:pt x="304" y="1216"/>
                      <a:pt x="224" y="1167"/>
                      <a:pt x="166" y="1123"/>
                    </a:cubicBezTo>
                    <a:cubicBezTo>
                      <a:pt x="150" y="1106"/>
                      <a:pt x="128" y="1097"/>
                      <a:pt x="106" y="1097"/>
                    </a:cubicBezTo>
                    <a:cubicBezTo>
                      <a:pt x="80" y="1097"/>
                      <a:pt x="55" y="1108"/>
                      <a:pt x="36" y="1131"/>
                    </a:cubicBezTo>
                    <a:cubicBezTo>
                      <a:pt x="0" y="1175"/>
                      <a:pt x="9" y="1236"/>
                      <a:pt x="44" y="1261"/>
                    </a:cubicBezTo>
                    <a:cubicBezTo>
                      <a:pt x="177" y="1377"/>
                      <a:pt x="290" y="1410"/>
                      <a:pt x="376" y="1410"/>
                    </a:cubicBezTo>
                    <a:cubicBezTo>
                      <a:pt x="456" y="1410"/>
                      <a:pt x="516" y="1377"/>
                      <a:pt x="561" y="1349"/>
                    </a:cubicBezTo>
                    <a:cubicBezTo>
                      <a:pt x="726" y="1245"/>
                      <a:pt x="779" y="999"/>
                      <a:pt x="735" y="833"/>
                    </a:cubicBezTo>
                    <a:cubicBezTo>
                      <a:pt x="901" y="737"/>
                      <a:pt x="989" y="598"/>
                      <a:pt x="972" y="413"/>
                    </a:cubicBezTo>
                    <a:cubicBezTo>
                      <a:pt x="945" y="231"/>
                      <a:pt x="814" y="38"/>
                      <a:pt x="691" y="2"/>
                    </a:cubicBezTo>
                    <a:cubicBezTo>
                      <a:pt x="684" y="1"/>
                      <a:pt x="678" y="1"/>
                      <a:pt x="6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4"/>
              <p:cNvSpPr/>
              <p:nvPr/>
            </p:nvSpPr>
            <p:spPr>
              <a:xfrm>
                <a:off x="6404116" y="2150404"/>
                <a:ext cx="169259" cy="161003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24" extrusionOk="0">
                    <a:moveTo>
                      <a:pt x="249" y="1"/>
                    </a:moveTo>
                    <a:cubicBezTo>
                      <a:pt x="236" y="1"/>
                      <a:pt x="222" y="4"/>
                      <a:pt x="210" y="11"/>
                    </a:cubicBezTo>
                    <a:cubicBezTo>
                      <a:pt x="114" y="46"/>
                      <a:pt x="44" y="132"/>
                      <a:pt x="25" y="248"/>
                    </a:cubicBezTo>
                    <a:cubicBezTo>
                      <a:pt x="0" y="361"/>
                      <a:pt x="36" y="466"/>
                      <a:pt x="114" y="535"/>
                    </a:cubicBezTo>
                    <a:cubicBezTo>
                      <a:pt x="166" y="588"/>
                      <a:pt x="246" y="624"/>
                      <a:pt x="323" y="624"/>
                    </a:cubicBezTo>
                    <a:cubicBezTo>
                      <a:pt x="351" y="624"/>
                      <a:pt x="376" y="615"/>
                      <a:pt x="403" y="605"/>
                    </a:cubicBezTo>
                    <a:cubicBezTo>
                      <a:pt x="517" y="579"/>
                      <a:pt x="603" y="510"/>
                      <a:pt x="638" y="414"/>
                    </a:cubicBezTo>
                    <a:cubicBezTo>
                      <a:pt x="655" y="361"/>
                      <a:pt x="630" y="309"/>
                      <a:pt x="577" y="290"/>
                    </a:cubicBezTo>
                    <a:cubicBezTo>
                      <a:pt x="567" y="287"/>
                      <a:pt x="557" y="285"/>
                      <a:pt x="546" y="285"/>
                    </a:cubicBezTo>
                    <a:cubicBezTo>
                      <a:pt x="506" y="285"/>
                      <a:pt x="469" y="311"/>
                      <a:pt x="456" y="353"/>
                    </a:cubicBezTo>
                    <a:cubicBezTo>
                      <a:pt x="445" y="386"/>
                      <a:pt x="412" y="414"/>
                      <a:pt x="359" y="422"/>
                    </a:cubicBezTo>
                    <a:cubicBezTo>
                      <a:pt x="344" y="428"/>
                      <a:pt x="328" y="431"/>
                      <a:pt x="313" y="431"/>
                    </a:cubicBezTo>
                    <a:cubicBezTo>
                      <a:pt x="286" y="431"/>
                      <a:pt x="262" y="422"/>
                      <a:pt x="246" y="405"/>
                    </a:cubicBezTo>
                    <a:cubicBezTo>
                      <a:pt x="210" y="378"/>
                      <a:pt x="202" y="326"/>
                      <a:pt x="210" y="281"/>
                    </a:cubicBezTo>
                    <a:cubicBezTo>
                      <a:pt x="219" y="237"/>
                      <a:pt x="246" y="195"/>
                      <a:pt x="279" y="185"/>
                    </a:cubicBezTo>
                    <a:cubicBezTo>
                      <a:pt x="332" y="160"/>
                      <a:pt x="351" y="107"/>
                      <a:pt x="332" y="55"/>
                    </a:cubicBezTo>
                    <a:cubicBezTo>
                      <a:pt x="320" y="23"/>
                      <a:pt x="284" y="1"/>
                      <a:pt x="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4"/>
              <p:cNvSpPr/>
              <p:nvPr/>
            </p:nvSpPr>
            <p:spPr>
              <a:xfrm>
                <a:off x="6421919" y="1886971"/>
                <a:ext cx="151456" cy="131073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08" extrusionOk="0">
                    <a:moveTo>
                      <a:pt x="305" y="1"/>
                    </a:moveTo>
                    <a:cubicBezTo>
                      <a:pt x="262" y="1"/>
                      <a:pt x="218" y="12"/>
                      <a:pt x="177" y="35"/>
                    </a:cubicBezTo>
                    <a:cubicBezTo>
                      <a:pt x="89" y="71"/>
                      <a:pt x="36" y="140"/>
                      <a:pt x="9" y="220"/>
                    </a:cubicBezTo>
                    <a:cubicBezTo>
                      <a:pt x="1" y="272"/>
                      <a:pt x="36" y="325"/>
                      <a:pt x="89" y="333"/>
                    </a:cubicBezTo>
                    <a:cubicBezTo>
                      <a:pt x="96" y="336"/>
                      <a:pt x="104" y="337"/>
                      <a:pt x="112" y="337"/>
                    </a:cubicBezTo>
                    <a:cubicBezTo>
                      <a:pt x="150" y="337"/>
                      <a:pt x="188" y="305"/>
                      <a:pt x="202" y="262"/>
                    </a:cubicBezTo>
                    <a:cubicBezTo>
                      <a:pt x="202" y="236"/>
                      <a:pt x="229" y="220"/>
                      <a:pt x="254" y="201"/>
                    </a:cubicBezTo>
                    <a:cubicBezTo>
                      <a:pt x="268" y="196"/>
                      <a:pt x="283" y="194"/>
                      <a:pt x="298" y="194"/>
                    </a:cubicBezTo>
                    <a:cubicBezTo>
                      <a:pt x="312" y="194"/>
                      <a:pt x="325" y="196"/>
                      <a:pt x="334" y="201"/>
                    </a:cubicBezTo>
                    <a:cubicBezTo>
                      <a:pt x="359" y="209"/>
                      <a:pt x="376" y="236"/>
                      <a:pt x="387" y="272"/>
                    </a:cubicBezTo>
                    <a:cubicBezTo>
                      <a:pt x="387" y="297"/>
                      <a:pt x="387" y="333"/>
                      <a:pt x="368" y="350"/>
                    </a:cubicBezTo>
                    <a:cubicBezTo>
                      <a:pt x="334" y="385"/>
                      <a:pt x="343" y="446"/>
                      <a:pt x="376" y="482"/>
                    </a:cubicBezTo>
                    <a:cubicBezTo>
                      <a:pt x="395" y="499"/>
                      <a:pt x="420" y="507"/>
                      <a:pt x="439" y="507"/>
                    </a:cubicBezTo>
                    <a:cubicBezTo>
                      <a:pt x="464" y="507"/>
                      <a:pt x="492" y="490"/>
                      <a:pt x="508" y="471"/>
                    </a:cubicBezTo>
                    <a:cubicBezTo>
                      <a:pt x="569" y="402"/>
                      <a:pt x="586" y="314"/>
                      <a:pt x="569" y="228"/>
                    </a:cubicBezTo>
                    <a:cubicBezTo>
                      <a:pt x="553" y="140"/>
                      <a:pt x="500" y="71"/>
                      <a:pt x="420" y="27"/>
                    </a:cubicBezTo>
                    <a:cubicBezTo>
                      <a:pt x="384" y="10"/>
                      <a:pt x="344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4"/>
              <p:cNvSpPr/>
              <p:nvPr/>
            </p:nvSpPr>
            <p:spPr>
              <a:xfrm>
                <a:off x="6559442" y="1703006"/>
                <a:ext cx="216993" cy="351162"/>
              </a:xfrm>
              <a:custGeom>
                <a:avLst/>
                <a:gdLst/>
                <a:ahLst/>
                <a:cxnLst/>
                <a:rect l="l" t="t" r="r" b="b"/>
                <a:pathLst>
                  <a:path w="841" h="1361" extrusionOk="0">
                    <a:moveTo>
                      <a:pt x="164" y="1"/>
                    </a:moveTo>
                    <a:cubicBezTo>
                      <a:pt x="123" y="1"/>
                      <a:pt x="94" y="5"/>
                      <a:pt x="89" y="5"/>
                    </a:cubicBezTo>
                    <a:cubicBezTo>
                      <a:pt x="36" y="13"/>
                      <a:pt x="1" y="66"/>
                      <a:pt x="11" y="118"/>
                    </a:cubicBezTo>
                    <a:cubicBezTo>
                      <a:pt x="19" y="166"/>
                      <a:pt x="55" y="199"/>
                      <a:pt x="101" y="199"/>
                    </a:cubicBezTo>
                    <a:cubicBezTo>
                      <a:pt x="106" y="199"/>
                      <a:pt x="111" y="199"/>
                      <a:pt x="116" y="198"/>
                    </a:cubicBezTo>
                    <a:cubicBezTo>
                      <a:pt x="125" y="194"/>
                      <a:pt x="147" y="191"/>
                      <a:pt x="174" y="191"/>
                    </a:cubicBezTo>
                    <a:cubicBezTo>
                      <a:pt x="221" y="191"/>
                      <a:pt x="282" y="201"/>
                      <a:pt x="315" y="240"/>
                    </a:cubicBezTo>
                    <a:cubicBezTo>
                      <a:pt x="359" y="284"/>
                      <a:pt x="343" y="372"/>
                      <a:pt x="334" y="433"/>
                    </a:cubicBezTo>
                    <a:cubicBezTo>
                      <a:pt x="307" y="530"/>
                      <a:pt x="359" y="618"/>
                      <a:pt x="448" y="651"/>
                    </a:cubicBezTo>
                    <a:cubicBezTo>
                      <a:pt x="649" y="723"/>
                      <a:pt x="630" y="861"/>
                      <a:pt x="622" y="914"/>
                    </a:cubicBezTo>
                    <a:cubicBezTo>
                      <a:pt x="597" y="1090"/>
                      <a:pt x="508" y="1176"/>
                      <a:pt x="343" y="1176"/>
                    </a:cubicBezTo>
                    <a:lnTo>
                      <a:pt x="334" y="1176"/>
                    </a:lnTo>
                    <a:cubicBezTo>
                      <a:pt x="282" y="1176"/>
                      <a:pt x="238" y="1212"/>
                      <a:pt x="238" y="1264"/>
                    </a:cubicBezTo>
                    <a:cubicBezTo>
                      <a:pt x="238" y="1317"/>
                      <a:pt x="282" y="1361"/>
                      <a:pt x="334" y="1361"/>
                    </a:cubicBezTo>
                    <a:lnTo>
                      <a:pt x="343" y="1361"/>
                    </a:lnTo>
                    <a:cubicBezTo>
                      <a:pt x="605" y="1361"/>
                      <a:pt x="779" y="1203"/>
                      <a:pt x="815" y="933"/>
                    </a:cubicBezTo>
                    <a:cubicBezTo>
                      <a:pt x="840" y="723"/>
                      <a:pt x="727" y="555"/>
                      <a:pt x="517" y="477"/>
                    </a:cubicBezTo>
                    <a:cubicBezTo>
                      <a:pt x="553" y="320"/>
                      <a:pt x="536" y="198"/>
                      <a:pt x="456" y="110"/>
                    </a:cubicBezTo>
                    <a:cubicBezTo>
                      <a:pt x="370" y="17"/>
                      <a:pt x="244" y="1"/>
                      <a:pt x="1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5" name="Google Shape;765;p34"/>
            <p:cNvGrpSpPr/>
            <p:nvPr/>
          </p:nvGrpSpPr>
          <p:grpSpPr>
            <a:xfrm>
              <a:off x="5024096" y="1188568"/>
              <a:ext cx="2822446" cy="2346397"/>
              <a:chOff x="4858596" y="1016168"/>
              <a:chExt cx="2822446" cy="2346397"/>
            </a:xfrm>
          </p:grpSpPr>
          <p:sp>
            <p:nvSpPr>
              <p:cNvPr id="766" name="Google Shape;766;p34"/>
              <p:cNvSpPr/>
              <p:nvPr/>
            </p:nvSpPr>
            <p:spPr>
              <a:xfrm>
                <a:off x="5485835" y="1351588"/>
                <a:ext cx="1574681" cy="1562038"/>
              </a:xfrm>
              <a:custGeom>
                <a:avLst/>
                <a:gdLst/>
                <a:ahLst/>
                <a:cxnLst/>
                <a:rect l="l" t="t" r="r" b="b"/>
                <a:pathLst>
                  <a:path w="6103" h="6054" extrusionOk="0">
                    <a:moveTo>
                      <a:pt x="2484" y="0"/>
                    </a:moveTo>
                    <a:cubicBezTo>
                      <a:pt x="2472" y="0"/>
                      <a:pt x="2461" y="1"/>
                      <a:pt x="2449" y="3"/>
                    </a:cubicBezTo>
                    <a:cubicBezTo>
                      <a:pt x="2353" y="28"/>
                      <a:pt x="2283" y="125"/>
                      <a:pt x="2300" y="230"/>
                    </a:cubicBezTo>
                    <a:cubicBezTo>
                      <a:pt x="2317" y="318"/>
                      <a:pt x="2397" y="379"/>
                      <a:pt x="2493" y="379"/>
                    </a:cubicBezTo>
                    <a:lnTo>
                      <a:pt x="2527" y="379"/>
                    </a:lnTo>
                    <a:cubicBezTo>
                      <a:pt x="2632" y="353"/>
                      <a:pt x="2693" y="257"/>
                      <a:pt x="2676" y="152"/>
                    </a:cubicBezTo>
                    <a:cubicBezTo>
                      <a:pt x="2661" y="59"/>
                      <a:pt x="2576" y="0"/>
                      <a:pt x="2484" y="0"/>
                    </a:cubicBezTo>
                    <a:close/>
                    <a:moveTo>
                      <a:pt x="1948" y="166"/>
                    </a:moveTo>
                    <a:cubicBezTo>
                      <a:pt x="1926" y="166"/>
                      <a:pt x="1903" y="169"/>
                      <a:pt x="1880" y="177"/>
                    </a:cubicBezTo>
                    <a:cubicBezTo>
                      <a:pt x="1784" y="221"/>
                      <a:pt x="1740" y="334"/>
                      <a:pt x="1775" y="431"/>
                    </a:cubicBezTo>
                    <a:cubicBezTo>
                      <a:pt x="1811" y="500"/>
                      <a:pt x="1880" y="544"/>
                      <a:pt x="1950" y="544"/>
                    </a:cubicBezTo>
                    <a:cubicBezTo>
                      <a:pt x="1977" y="544"/>
                      <a:pt x="2002" y="536"/>
                      <a:pt x="2029" y="528"/>
                    </a:cubicBezTo>
                    <a:cubicBezTo>
                      <a:pt x="2126" y="492"/>
                      <a:pt x="2168" y="379"/>
                      <a:pt x="2126" y="282"/>
                    </a:cubicBezTo>
                    <a:cubicBezTo>
                      <a:pt x="2098" y="208"/>
                      <a:pt x="2025" y="166"/>
                      <a:pt x="1948" y="166"/>
                    </a:cubicBezTo>
                    <a:close/>
                    <a:moveTo>
                      <a:pt x="1463" y="433"/>
                    </a:moveTo>
                    <a:cubicBezTo>
                      <a:pt x="1426" y="433"/>
                      <a:pt x="1389" y="444"/>
                      <a:pt x="1356" y="467"/>
                    </a:cubicBezTo>
                    <a:cubicBezTo>
                      <a:pt x="1268" y="519"/>
                      <a:pt x="1242" y="641"/>
                      <a:pt x="1303" y="729"/>
                    </a:cubicBezTo>
                    <a:cubicBezTo>
                      <a:pt x="1339" y="781"/>
                      <a:pt x="1400" y="807"/>
                      <a:pt x="1461" y="807"/>
                    </a:cubicBezTo>
                    <a:cubicBezTo>
                      <a:pt x="1496" y="807"/>
                      <a:pt x="1530" y="798"/>
                      <a:pt x="1566" y="781"/>
                    </a:cubicBezTo>
                    <a:cubicBezTo>
                      <a:pt x="1654" y="721"/>
                      <a:pt x="1671" y="597"/>
                      <a:pt x="1618" y="511"/>
                    </a:cubicBezTo>
                    <a:cubicBezTo>
                      <a:pt x="1580" y="461"/>
                      <a:pt x="1522" y="433"/>
                      <a:pt x="1463" y="433"/>
                    </a:cubicBezTo>
                    <a:close/>
                    <a:moveTo>
                      <a:pt x="4642" y="424"/>
                    </a:moveTo>
                    <a:cubicBezTo>
                      <a:pt x="4579" y="424"/>
                      <a:pt x="4516" y="455"/>
                      <a:pt x="4476" y="511"/>
                    </a:cubicBezTo>
                    <a:cubicBezTo>
                      <a:pt x="4424" y="597"/>
                      <a:pt x="4443" y="710"/>
                      <a:pt x="4529" y="773"/>
                    </a:cubicBezTo>
                    <a:cubicBezTo>
                      <a:pt x="4565" y="798"/>
                      <a:pt x="4600" y="807"/>
                      <a:pt x="4634" y="807"/>
                    </a:cubicBezTo>
                    <a:cubicBezTo>
                      <a:pt x="4705" y="807"/>
                      <a:pt x="4758" y="773"/>
                      <a:pt x="4802" y="721"/>
                    </a:cubicBezTo>
                    <a:cubicBezTo>
                      <a:pt x="4854" y="632"/>
                      <a:pt x="4835" y="519"/>
                      <a:pt x="4749" y="458"/>
                    </a:cubicBezTo>
                    <a:cubicBezTo>
                      <a:pt x="4717" y="435"/>
                      <a:pt x="4679" y="424"/>
                      <a:pt x="4642" y="424"/>
                    </a:cubicBezTo>
                    <a:close/>
                    <a:moveTo>
                      <a:pt x="5073" y="780"/>
                    </a:moveTo>
                    <a:cubicBezTo>
                      <a:pt x="5024" y="780"/>
                      <a:pt x="4976" y="798"/>
                      <a:pt x="4940" y="834"/>
                    </a:cubicBezTo>
                    <a:cubicBezTo>
                      <a:pt x="4863" y="912"/>
                      <a:pt x="4863" y="1035"/>
                      <a:pt x="4940" y="1105"/>
                    </a:cubicBezTo>
                    <a:cubicBezTo>
                      <a:pt x="4976" y="1140"/>
                      <a:pt x="5028" y="1157"/>
                      <a:pt x="5072" y="1157"/>
                    </a:cubicBezTo>
                    <a:cubicBezTo>
                      <a:pt x="5125" y="1157"/>
                      <a:pt x="5169" y="1140"/>
                      <a:pt x="5211" y="1105"/>
                    </a:cubicBezTo>
                    <a:cubicBezTo>
                      <a:pt x="5282" y="1025"/>
                      <a:pt x="5282" y="912"/>
                      <a:pt x="5211" y="834"/>
                    </a:cubicBezTo>
                    <a:cubicBezTo>
                      <a:pt x="5172" y="798"/>
                      <a:pt x="5122" y="780"/>
                      <a:pt x="5073" y="780"/>
                    </a:cubicBezTo>
                    <a:close/>
                    <a:moveTo>
                      <a:pt x="1024" y="790"/>
                    </a:moveTo>
                    <a:cubicBezTo>
                      <a:pt x="975" y="790"/>
                      <a:pt x="927" y="808"/>
                      <a:pt x="892" y="842"/>
                    </a:cubicBezTo>
                    <a:cubicBezTo>
                      <a:pt x="814" y="920"/>
                      <a:pt x="814" y="1035"/>
                      <a:pt x="892" y="1113"/>
                    </a:cubicBezTo>
                    <a:cubicBezTo>
                      <a:pt x="928" y="1149"/>
                      <a:pt x="980" y="1166"/>
                      <a:pt x="1024" y="1166"/>
                    </a:cubicBezTo>
                    <a:cubicBezTo>
                      <a:pt x="1077" y="1166"/>
                      <a:pt x="1119" y="1149"/>
                      <a:pt x="1163" y="1113"/>
                    </a:cubicBezTo>
                    <a:cubicBezTo>
                      <a:pt x="1234" y="1035"/>
                      <a:pt x="1234" y="920"/>
                      <a:pt x="1163" y="842"/>
                    </a:cubicBezTo>
                    <a:cubicBezTo>
                      <a:pt x="1124" y="808"/>
                      <a:pt x="1073" y="790"/>
                      <a:pt x="1024" y="790"/>
                    </a:cubicBezTo>
                    <a:close/>
                    <a:moveTo>
                      <a:pt x="5430" y="1211"/>
                    </a:moveTo>
                    <a:cubicBezTo>
                      <a:pt x="5394" y="1211"/>
                      <a:pt x="5358" y="1222"/>
                      <a:pt x="5326" y="1245"/>
                    </a:cubicBezTo>
                    <a:cubicBezTo>
                      <a:pt x="5238" y="1306"/>
                      <a:pt x="5211" y="1419"/>
                      <a:pt x="5274" y="1508"/>
                    </a:cubicBezTo>
                    <a:cubicBezTo>
                      <a:pt x="5307" y="1568"/>
                      <a:pt x="5368" y="1594"/>
                      <a:pt x="5431" y="1594"/>
                    </a:cubicBezTo>
                    <a:cubicBezTo>
                      <a:pt x="5465" y="1594"/>
                      <a:pt x="5501" y="1585"/>
                      <a:pt x="5536" y="1560"/>
                    </a:cubicBezTo>
                    <a:cubicBezTo>
                      <a:pt x="5622" y="1497"/>
                      <a:pt x="5650" y="1384"/>
                      <a:pt x="5589" y="1298"/>
                    </a:cubicBezTo>
                    <a:cubicBezTo>
                      <a:pt x="5549" y="1242"/>
                      <a:pt x="5490" y="1211"/>
                      <a:pt x="5430" y="1211"/>
                    </a:cubicBezTo>
                    <a:close/>
                    <a:moveTo>
                      <a:pt x="671" y="1220"/>
                    </a:moveTo>
                    <a:cubicBezTo>
                      <a:pt x="608" y="1220"/>
                      <a:pt x="546" y="1251"/>
                      <a:pt x="508" y="1306"/>
                    </a:cubicBezTo>
                    <a:cubicBezTo>
                      <a:pt x="455" y="1392"/>
                      <a:pt x="472" y="1516"/>
                      <a:pt x="560" y="1568"/>
                    </a:cubicBezTo>
                    <a:cubicBezTo>
                      <a:pt x="594" y="1594"/>
                      <a:pt x="630" y="1602"/>
                      <a:pt x="665" y="1602"/>
                    </a:cubicBezTo>
                    <a:cubicBezTo>
                      <a:pt x="726" y="1602"/>
                      <a:pt x="787" y="1568"/>
                      <a:pt x="831" y="1516"/>
                    </a:cubicBezTo>
                    <a:cubicBezTo>
                      <a:pt x="884" y="1428"/>
                      <a:pt x="867" y="1315"/>
                      <a:pt x="779" y="1254"/>
                    </a:cubicBezTo>
                    <a:cubicBezTo>
                      <a:pt x="746" y="1231"/>
                      <a:pt x="708" y="1220"/>
                      <a:pt x="671" y="1220"/>
                    </a:cubicBezTo>
                    <a:close/>
                    <a:moveTo>
                      <a:pt x="5701" y="1709"/>
                    </a:moveTo>
                    <a:cubicBezTo>
                      <a:pt x="5674" y="1709"/>
                      <a:pt x="5648" y="1714"/>
                      <a:pt x="5622" y="1726"/>
                    </a:cubicBezTo>
                    <a:cubicBezTo>
                      <a:pt x="5526" y="1759"/>
                      <a:pt x="5484" y="1875"/>
                      <a:pt x="5517" y="1969"/>
                    </a:cubicBezTo>
                    <a:cubicBezTo>
                      <a:pt x="5553" y="2041"/>
                      <a:pt x="5622" y="2085"/>
                      <a:pt x="5694" y="2085"/>
                    </a:cubicBezTo>
                    <a:cubicBezTo>
                      <a:pt x="5719" y="2085"/>
                      <a:pt x="5746" y="2085"/>
                      <a:pt x="5771" y="2074"/>
                    </a:cubicBezTo>
                    <a:cubicBezTo>
                      <a:pt x="5868" y="2032"/>
                      <a:pt x="5912" y="1917"/>
                      <a:pt x="5876" y="1822"/>
                    </a:cubicBezTo>
                    <a:cubicBezTo>
                      <a:pt x="5844" y="1751"/>
                      <a:pt x="5774" y="1709"/>
                      <a:pt x="5701" y="1709"/>
                    </a:cubicBezTo>
                    <a:close/>
                    <a:moveTo>
                      <a:pt x="399" y="1717"/>
                    </a:moveTo>
                    <a:cubicBezTo>
                      <a:pt x="324" y="1717"/>
                      <a:pt x="259" y="1760"/>
                      <a:pt x="227" y="1831"/>
                    </a:cubicBezTo>
                    <a:cubicBezTo>
                      <a:pt x="193" y="1936"/>
                      <a:pt x="237" y="2041"/>
                      <a:pt x="332" y="2085"/>
                    </a:cubicBezTo>
                    <a:cubicBezTo>
                      <a:pt x="359" y="2093"/>
                      <a:pt x="376" y="2093"/>
                      <a:pt x="403" y="2093"/>
                    </a:cubicBezTo>
                    <a:cubicBezTo>
                      <a:pt x="481" y="2093"/>
                      <a:pt x="552" y="2049"/>
                      <a:pt x="577" y="1980"/>
                    </a:cubicBezTo>
                    <a:cubicBezTo>
                      <a:pt x="621" y="1883"/>
                      <a:pt x="577" y="1770"/>
                      <a:pt x="481" y="1734"/>
                    </a:cubicBezTo>
                    <a:cubicBezTo>
                      <a:pt x="453" y="1723"/>
                      <a:pt x="425" y="1717"/>
                      <a:pt x="399" y="1717"/>
                    </a:cubicBezTo>
                    <a:close/>
                    <a:moveTo>
                      <a:pt x="5869" y="2245"/>
                    </a:moveTo>
                    <a:cubicBezTo>
                      <a:pt x="5854" y="2245"/>
                      <a:pt x="5839" y="2247"/>
                      <a:pt x="5824" y="2251"/>
                    </a:cubicBezTo>
                    <a:cubicBezTo>
                      <a:pt x="5719" y="2267"/>
                      <a:pt x="5658" y="2372"/>
                      <a:pt x="5675" y="2469"/>
                    </a:cubicBezTo>
                    <a:cubicBezTo>
                      <a:pt x="5694" y="2565"/>
                      <a:pt x="5771" y="2626"/>
                      <a:pt x="5859" y="2626"/>
                    </a:cubicBezTo>
                    <a:cubicBezTo>
                      <a:pt x="5876" y="2626"/>
                      <a:pt x="5885" y="2626"/>
                      <a:pt x="5893" y="2618"/>
                    </a:cubicBezTo>
                    <a:cubicBezTo>
                      <a:pt x="5998" y="2599"/>
                      <a:pt x="6069" y="2504"/>
                      <a:pt x="6050" y="2400"/>
                    </a:cubicBezTo>
                    <a:cubicBezTo>
                      <a:pt x="6029" y="2310"/>
                      <a:pt x="5955" y="2245"/>
                      <a:pt x="5869" y="2245"/>
                    </a:cubicBezTo>
                    <a:close/>
                    <a:moveTo>
                      <a:pt x="245" y="2256"/>
                    </a:moveTo>
                    <a:cubicBezTo>
                      <a:pt x="154" y="2256"/>
                      <a:pt x="77" y="2315"/>
                      <a:pt x="52" y="2408"/>
                    </a:cubicBezTo>
                    <a:cubicBezTo>
                      <a:pt x="36" y="2513"/>
                      <a:pt x="105" y="2609"/>
                      <a:pt x="210" y="2635"/>
                    </a:cubicBezTo>
                    <a:lnTo>
                      <a:pt x="246" y="2635"/>
                    </a:lnTo>
                    <a:cubicBezTo>
                      <a:pt x="332" y="2635"/>
                      <a:pt x="411" y="2574"/>
                      <a:pt x="428" y="2477"/>
                    </a:cubicBezTo>
                    <a:cubicBezTo>
                      <a:pt x="447" y="2381"/>
                      <a:pt x="384" y="2276"/>
                      <a:pt x="279" y="2259"/>
                    </a:cubicBezTo>
                    <a:cubicBezTo>
                      <a:pt x="268" y="2257"/>
                      <a:pt x="256" y="2256"/>
                      <a:pt x="245" y="2256"/>
                    </a:cubicBezTo>
                    <a:close/>
                    <a:moveTo>
                      <a:pt x="5920" y="2800"/>
                    </a:moveTo>
                    <a:cubicBezTo>
                      <a:pt x="5815" y="2800"/>
                      <a:pt x="5727" y="2888"/>
                      <a:pt x="5727" y="2993"/>
                    </a:cubicBezTo>
                    <a:lnTo>
                      <a:pt x="5727" y="3002"/>
                    </a:lnTo>
                    <a:cubicBezTo>
                      <a:pt x="5727" y="3107"/>
                      <a:pt x="5815" y="3186"/>
                      <a:pt x="5920" y="3186"/>
                    </a:cubicBezTo>
                    <a:cubicBezTo>
                      <a:pt x="6025" y="3186"/>
                      <a:pt x="6103" y="3107"/>
                      <a:pt x="6103" y="3002"/>
                    </a:cubicBezTo>
                    <a:lnTo>
                      <a:pt x="6103" y="2993"/>
                    </a:lnTo>
                    <a:cubicBezTo>
                      <a:pt x="6103" y="2888"/>
                      <a:pt x="6025" y="2800"/>
                      <a:pt x="5920" y="2800"/>
                    </a:cubicBezTo>
                    <a:close/>
                    <a:moveTo>
                      <a:pt x="193" y="2809"/>
                    </a:moveTo>
                    <a:cubicBezTo>
                      <a:pt x="88" y="2809"/>
                      <a:pt x="0" y="2897"/>
                      <a:pt x="0" y="3002"/>
                    </a:cubicBezTo>
                    <a:cubicBezTo>
                      <a:pt x="0" y="3107"/>
                      <a:pt x="88" y="3195"/>
                      <a:pt x="193" y="3195"/>
                    </a:cubicBezTo>
                    <a:cubicBezTo>
                      <a:pt x="298" y="3195"/>
                      <a:pt x="376" y="3107"/>
                      <a:pt x="376" y="3002"/>
                    </a:cubicBezTo>
                    <a:cubicBezTo>
                      <a:pt x="376" y="2897"/>
                      <a:pt x="298" y="2809"/>
                      <a:pt x="193" y="2809"/>
                    </a:cubicBezTo>
                    <a:close/>
                    <a:moveTo>
                      <a:pt x="5872" y="3367"/>
                    </a:moveTo>
                    <a:cubicBezTo>
                      <a:pt x="5778" y="3367"/>
                      <a:pt x="5692" y="3431"/>
                      <a:pt x="5675" y="3518"/>
                    </a:cubicBezTo>
                    <a:cubicBezTo>
                      <a:pt x="5658" y="3623"/>
                      <a:pt x="5719" y="3728"/>
                      <a:pt x="5824" y="3745"/>
                    </a:cubicBezTo>
                    <a:lnTo>
                      <a:pt x="5859" y="3745"/>
                    </a:lnTo>
                    <a:cubicBezTo>
                      <a:pt x="5956" y="3745"/>
                      <a:pt x="6034" y="3684"/>
                      <a:pt x="6050" y="3596"/>
                    </a:cubicBezTo>
                    <a:cubicBezTo>
                      <a:pt x="6069" y="3491"/>
                      <a:pt x="5998" y="3396"/>
                      <a:pt x="5903" y="3369"/>
                    </a:cubicBezTo>
                    <a:cubicBezTo>
                      <a:pt x="5893" y="3367"/>
                      <a:pt x="5882" y="3367"/>
                      <a:pt x="5872" y="3367"/>
                    </a:cubicBezTo>
                    <a:close/>
                    <a:moveTo>
                      <a:pt x="250" y="3372"/>
                    </a:moveTo>
                    <a:cubicBezTo>
                      <a:pt x="237" y="3372"/>
                      <a:pt x="223" y="3374"/>
                      <a:pt x="210" y="3377"/>
                    </a:cubicBezTo>
                    <a:cubicBezTo>
                      <a:pt x="105" y="3396"/>
                      <a:pt x="36" y="3491"/>
                      <a:pt x="61" y="3596"/>
                    </a:cubicBezTo>
                    <a:cubicBezTo>
                      <a:pt x="80" y="3684"/>
                      <a:pt x="157" y="3753"/>
                      <a:pt x="246" y="3753"/>
                    </a:cubicBezTo>
                    <a:cubicBezTo>
                      <a:pt x="254" y="3753"/>
                      <a:pt x="271" y="3753"/>
                      <a:pt x="279" y="3745"/>
                    </a:cubicBezTo>
                    <a:cubicBezTo>
                      <a:pt x="384" y="3728"/>
                      <a:pt x="455" y="3623"/>
                      <a:pt x="428" y="3526"/>
                    </a:cubicBezTo>
                    <a:cubicBezTo>
                      <a:pt x="414" y="3436"/>
                      <a:pt x="334" y="3372"/>
                      <a:pt x="250" y="3372"/>
                    </a:cubicBezTo>
                    <a:close/>
                    <a:moveTo>
                      <a:pt x="401" y="3909"/>
                    </a:moveTo>
                    <a:cubicBezTo>
                      <a:pt x="378" y="3909"/>
                      <a:pt x="354" y="3913"/>
                      <a:pt x="332" y="3921"/>
                    </a:cubicBezTo>
                    <a:cubicBezTo>
                      <a:pt x="237" y="3963"/>
                      <a:pt x="193" y="4078"/>
                      <a:pt x="227" y="4173"/>
                    </a:cubicBezTo>
                    <a:cubicBezTo>
                      <a:pt x="262" y="4244"/>
                      <a:pt x="332" y="4288"/>
                      <a:pt x="411" y="4288"/>
                    </a:cubicBezTo>
                    <a:cubicBezTo>
                      <a:pt x="428" y="4288"/>
                      <a:pt x="455" y="4288"/>
                      <a:pt x="481" y="4269"/>
                    </a:cubicBezTo>
                    <a:cubicBezTo>
                      <a:pt x="577" y="4236"/>
                      <a:pt x="621" y="4120"/>
                      <a:pt x="586" y="4026"/>
                    </a:cubicBezTo>
                    <a:cubicBezTo>
                      <a:pt x="552" y="3952"/>
                      <a:pt x="477" y="3909"/>
                      <a:pt x="401" y="3909"/>
                    </a:cubicBezTo>
                    <a:close/>
                    <a:moveTo>
                      <a:pt x="5699" y="3905"/>
                    </a:moveTo>
                    <a:cubicBezTo>
                      <a:pt x="5624" y="3905"/>
                      <a:pt x="5553" y="3953"/>
                      <a:pt x="5526" y="4026"/>
                    </a:cubicBezTo>
                    <a:cubicBezTo>
                      <a:pt x="5484" y="4120"/>
                      <a:pt x="5526" y="4225"/>
                      <a:pt x="5622" y="4269"/>
                    </a:cubicBezTo>
                    <a:cubicBezTo>
                      <a:pt x="5650" y="4278"/>
                      <a:pt x="5675" y="4288"/>
                      <a:pt x="5702" y="4288"/>
                    </a:cubicBezTo>
                    <a:cubicBezTo>
                      <a:pt x="5771" y="4288"/>
                      <a:pt x="5841" y="4244"/>
                      <a:pt x="5876" y="4164"/>
                    </a:cubicBezTo>
                    <a:cubicBezTo>
                      <a:pt x="5912" y="4068"/>
                      <a:pt x="5868" y="3955"/>
                      <a:pt x="5771" y="3921"/>
                    </a:cubicBezTo>
                    <a:cubicBezTo>
                      <a:pt x="5748" y="3910"/>
                      <a:pt x="5723" y="3905"/>
                      <a:pt x="5699" y="3905"/>
                    </a:cubicBezTo>
                    <a:close/>
                    <a:moveTo>
                      <a:pt x="5436" y="4402"/>
                    </a:moveTo>
                    <a:cubicBezTo>
                      <a:pt x="5374" y="4402"/>
                      <a:pt x="5312" y="4431"/>
                      <a:pt x="5274" y="4479"/>
                    </a:cubicBezTo>
                    <a:cubicBezTo>
                      <a:pt x="5221" y="4567"/>
                      <a:pt x="5238" y="4689"/>
                      <a:pt x="5326" y="4750"/>
                    </a:cubicBezTo>
                    <a:cubicBezTo>
                      <a:pt x="5360" y="4769"/>
                      <a:pt x="5396" y="4777"/>
                      <a:pt x="5431" y="4777"/>
                    </a:cubicBezTo>
                    <a:cubicBezTo>
                      <a:pt x="5492" y="4777"/>
                      <a:pt x="5553" y="4750"/>
                      <a:pt x="5597" y="4698"/>
                    </a:cubicBezTo>
                    <a:cubicBezTo>
                      <a:pt x="5650" y="4611"/>
                      <a:pt x="5631" y="4488"/>
                      <a:pt x="5545" y="4435"/>
                    </a:cubicBezTo>
                    <a:cubicBezTo>
                      <a:pt x="5512" y="4412"/>
                      <a:pt x="5474" y="4402"/>
                      <a:pt x="5436" y="4402"/>
                    </a:cubicBezTo>
                    <a:close/>
                    <a:moveTo>
                      <a:pt x="672" y="4402"/>
                    </a:moveTo>
                    <a:cubicBezTo>
                      <a:pt x="637" y="4402"/>
                      <a:pt x="601" y="4413"/>
                      <a:pt x="569" y="4435"/>
                    </a:cubicBezTo>
                    <a:cubicBezTo>
                      <a:pt x="481" y="4498"/>
                      <a:pt x="455" y="4611"/>
                      <a:pt x="516" y="4698"/>
                    </a:cubicBezTo>
                    <a:cubicBezTo>
                      <a:pt x="552" y="4750"/>
                      <a:pt x="613" y="4786"/>
                      <a:pt x="674" y="4786"/>
                    </a:cubicBezTo>
                    <a:cubicBezTo>
                      <a:pt x="709" y="4786"/>
                      <a:pt x="743" y="4769"/>
                      <a:pt x="779" y="4750"/>
                    </a:cubicBezTo>
                    <a:cubicBezTo>
                      <a:pt x="867" y="4689"/>
                      <a:pt x="892" y="4576"/>
                      <a:pt x="831" y="4488"/>
                    </a:cubicBezTo>
                    <a:cubicBezTo>
                      <a:pt x="793" y="4433"/>
                      <a:pt x="733" y="4402"/>
                      <a:pt x="672" y="4402"/>
                    </a:cubicBezTo>
                    <a:close/>
                    <a:moveTo>
                      <a:pt x="1031" y="4839"/>
                    </a:moveTo>
                    <a:cubicBezTo>
                      <a:pt x="982" y="4839"/>
                      <a:pt x="932" y="4856"/>
                      <a:pt x="892" y="4891"/>
                    </a:cubicBezTo>
                    <a:cubicBezTo>
                      <a:pt x="823" y="4970"/>
                      <a:pt x="823" y="5084"/>
                      <a:pt x="892" y="5161"/>
                    </a:cubicBezTo>
                    <a:cubicBezTo>
                      <a:pt x="936" y="5197"/>
                      <a:pt x="980" y="5214"/>
                      <a:pt x="1033" y="5214"/>
                    </a:cubicBezTo>
                    <a:cubicBezTo>
                      <a:pt x="1077" y="5214"/>
                      <a:pt x="1129" y="5197"/>
                      <a:pt x="1163" y="5161"/>
                    </a:cubicBezTo>
                    <a:cubicBezTo>
                      <a:pt x="1242" y="5084"/>
                      <a:pt x="1242" y="4970"/>
                      <a:pt x="1163" y="4891"/>
                    </a:cubicBezTo>
                    <a:cubicBezTo>
                      <a:pt x="1128" y="4856"/>
                      <a:pt x="1080" y="4839"/>
                      <a:pt x="1031" y="4839"/>
                    </a:cubicBezTo>
                    <a:close/>
                    <a:moveTo>
                      <a:pt x="5080" y="4832"/>
                    </a:moveTo>
                    <a:cubicBezTo>
                      <a:pt x="5030" y="4832"/>
                      <a:pt x="4980" y="4852"/>
                      <a:pt x="4940" y="4891"/>
                    </a:cubicBezTo>
                    <a:cubicBezTo>
                      <a:pt x="4871" y="4960"/>
                      <a:pt x="4871" y="5084"/>
                      <a:pt x="4940" y="5161"/>
                    </a:cubicBezTo>
                    <a:cubicBezTo>
                      <a:pt x="4984" y="5197"/>
                      <a:pt x="5028" y="5214"/>
                      <a:pt x="5081" y="5214"/>
                    </a:cubicBezTo>
                    <a:cubicBezTo>
                      <a:pt x="5125" y="5214"/>
                      <a:pt x="5177" y="5197"/>
                      <a:pt x="5211" y="5161"/>
                    </a:cubicBezTo>
                    <a:cubicBezTo>
                      <a:pt x="5291" y="5084"/>
                      <a:pt x="5291" y="4960"/>
                      <a:pt x="5211" y="4891"/>
                    </a:cubicBezTo>
                    <a:cubicBezTo>
                      <a:pt x="5176" y="4852"/>
                      <a:pt x="5129" y="4832"/>
                      <a:pt x="5080" y="4832"/>
                    </a:cubicBezTo>
                    <a:close/>
                    <a:moveTo>
                      <a:pt x="1462" y="5189"/>
                    </a:moveTo>
                    <a:cubicBezTo>
                      <a:pt x="1401" y="5189"/>
                      <a:pt x="1342" y="5220"/>
                      <a:pt x="1303" y="5275"/>
                    </a:cubicBezTo>
                    <a:cubicBezTo>
                      <a:pt x="1251" y="5363"/>
                      <a:pt x="1268" y="5484"/>
                      <a:pt x="1356" y="5537"/>
                    </a:cubicBezTo>
                    <a:cubicBezTo>
                      <a:pt x="1391" y="5564"/>
                      <a:pt x="1425" y="5573"/>
                      <a:pt x="1461" y="5573"/>
                    </a:cubicBezTo>
                    <a:cubicBezTo>
                      <a:pt x="1522" y="5573"/>
                      <a:pt x="1582" y="5547"/>
                      <a:pt x="1618" y="5484"/>
                    </a:cubicBezTo>
                    <a:cubicBezTo>
                      <a:pt x="1679" y="5398"/>
                      <a:pt x="1654" y="5285"/>
                      <a:pt x="1566" y="5222"/>
                    </a:cubicBezTo>
                    <a:cubicBezTo>
                      <a:pt x="1533" y="5200"/>
                      <a:pt x="1497" y="5189"/>
                      <a:pt x="1462" y="5189"/>
                    </a:cubicBezTo>
                    <a:close/>
                    <a:moveTo>
                      <a:pt x="4644" y="5189"/>
                    </a:moveTo>
                    <a:cubicBezTo>
                      <a:pt x="4608" y="5189"/>
                      <a:pt x="4571" y="5200"/>
                      <a:pt x="4539" y="5222"/>
                    </a:cubicBezTo>
                    <a:cubicBezTo>
                      <a:pt x="4451" y="5285"/>
                      <a:pt x="4424" y="5398"/>
                      <a:pt x="4487" y="5484"/>
                    </a:cubicBezTo>
                    <a:cubicBezTo>
                      <a:pt x="4520" y="5537"/>
                      <a:pt x="4581" y="5573"/>
                      <a:pt x="4644" y="5573"/>
                    </a:cubicBezTo>
                    <a:cubicBezTo>
                      <a:pt x="4678" y="5573"/>
                      <a:pt x="4722" y="5564"/>
                      <a:pt x="4749" y="5537"/>
                    </a:cubicBezTo>
                    <a:cubicBezTo>
                      <a:pt x="4835" y="5476"/>
                      <a:pt x="4863" y="5363"/>
                      <a:pt x="4802" y="5275"/>
                    </a:cubicBezTo>
                    <a:cubicBezTo>
                      <a:pt x="4769" y="5220"/>
                      <a:pt x="4707" y="5189"/>
                      <a:pt x="4644" y="5189"/>
                    </a:cubicBezTo>
                    <a:close/>
                    <a:moveTo>
                      <a:pt x="1960" y="5455"/>
                    </a:moveTo>
                    <a:cubicBezTo>
                      <a:pt x="1884" y="5455"/>
                      <a:pt x="1811" y="5499"/>
                      <a:pt x="1784" y="5573"/>
                    </a:cubicBezTo>
                    <a:cubicBezTo>
                      <a:pt x="1740" y="5669"/>
                      <a:pt x="1792" y="5782"/>
                      <a:pt x="1889" y="5827"/>
                    </a:cubicBezTo>
                    <a:cubicBezTo>
                      <a:pt x="1906" y="5835"/>
                      <a:pt x="1933" y="5835"/>
                      <a:pt x="1958" y="5835"/>
                    </a:cubicBezTo>
                    <a:cubicBezTo>
                      <a:pt x="2029" y="5835"/>
                      <a:pt x="2107" y="5791"/>
                      <a:pt x="2134" y="5722"/>
                    </a:cubicBezTo>
                    <a:cubicBezTo>
                      <a:pt x="2178" y="5625"/>
                      <a:pt x="2126" y="5512"/>
                      <a:pt x="2029" y="5468"/>
                    </a:cubicBezTo>
                    <a:cubicBezTo>
                      <a:pt x="2007" y="5459"/>
                      <a:pt x="1984" y="5455"/>
                      <a:pt x="1960" y="5455"/>
                    </a:cubicBezTo>
                    <a:close/>
                    <a:moveTo>
                      <a:pt x="4145" y="5455"/>
                    </a:moveTo>
                    <a:cubicBezTo>
                      <a:pt x="4121" y="5455"/>
                      <a:pt x="4098" y="5459"/>
                      <a:pt x="4076" y="5468"/>
                    </a:cubicBezTo>
                    <a:cubicBezTo>
                      <a:pt x="3979" y="5512"/>
                      <a:pt x="3935" y="5625"/>
                      <a:pt x="3979" y="5722"/>
                    </a:cubicBezTo>
                    <a:cubicBezTo>
                      <a:pt x="4004" y="5791"/>
                      <a:pt x="4076" y="5835"/>
                      <a:pt x="4153" y="5835"/>
                    </a:cubicBezTo>
                    <a:cubicBezTo>
                      <a:pt x="4172" y="5835"/>
                      <a:pt x="4197" y="5835"/>
                      <a:pt x="4225" y="5818"/>
                    </a:cubicBezTo>
                    <a:cubicBezTo>
                      <a:pt x="4319" y="5782"/>
                      <a:pt x="4363" y="5669"/>
                      <a:pt x="4330" y="5573"/>
                    </a:cubicBezTo>
                    <a:cubicBezTo>
                      <a:pt x="4296" y="5499"/>
                      <a:pt x="4221" y="5455"/>
                      <a:pt x="4145" y="5455"/>
                    </a:cubicBezTo>
                    <a:close/>
                    <a:moveTo>
                      <a:pt x="2492" y="5620"/>
                    </a:moveTo>
                    <a:cubicBezTo>
                      <a:pt x="2403" y="5620"/>
                      <a:pt x="2323" y="5684"/>
                      <a:pt x="2309" y="5774"/>
                    </a:cubicBezTo>
                    <a:cubicBezTo>
                      <a:pt x="2292" y="5879"/>
                      <a:pt x="2353" y="5976"/>
                      <a:pt x="2458" y="5992"/>
                    </a:cubicBezTo>
                    <a:cubicBezTo>
                      <a:pt x="2474" y="6001"/>
                      <a:pt x="2483" y="6001"/>
                      <a:pt x="2493" y="6001"/>
                    </a:cubicBezTo>
                    <a:cubicBezTo>
                      <a:pt x="2588" y="6001"/>
                      <a:pt x="2667" y="5940"/>
                      <a:pt x="2684" y="5843"/>
                    </a:cubicBezTo>
                    <a:cubicBezTo>
                      <a:pt x="2703" y="5738"/>
                      <a:pt x="2632" y="5642"/>
                      <a:pt x="2535" y="5625"/>
                    </a:cubicBezTo>
                    <a:cubicBezTo>
                      <a:pt x="2521" y="5622"/>
                      <a:pt x="2506" y="5620"/>
                      <a:pt x="2492" y="5620"/>
                    </a:cubicBezTo>
                    <a:close/>
                    <a:moveTo>
                      <a:pt x="3619" y="5620"/>
                    </a:moveTo>
                    <a:cubicBezTo>
                      <a:pt x="3605" y="5620"/>
                      <a:pt x="3591" y="5622"/>
                      <a:pt x="3576" y="5625"/>
                    </a:cubicBezTo>
                    <a:cubicBezTo>
                      <a:pt x="3471" y="5642"/>
                      <a:pt x="3402" y="5738"/>
                      <a:pt x="3427" y="5843"/>
                    </a:cubicBezTo>
                    <a:cubicBezTo>
                      <a:pt x="3446" y="5940"/>
                      <a:pt x="3524" y="6001"/>
                      <a:pt x="3612" y="6001"/>
                    </a:cubicBezTo>
                    <a:cubicBezTo>
                      <a:pt x="3629" y="6001"/>
                      <a:pt x="3637" y="6001"/>
                      <a:pt x="3647" y="5992"/>
                    </a:cubicBezTo>
                    <a:cubicBezTo>
                      <a:pt x="3752" y="5976"/>
                      <a:pt x="3822" y="5871"/>
                      <a:pt x="3794" y="5774"/>
                    </a:cubicBezTo>
                    <a:cubicBezTo>
                      <a:pt x="3780" y="5684"/>
                      <a:pt x="3706" y="5620"/>
                      <a:pt x="3619" y="5620"/>
                    </a:cubicBezTo>
                    <a:close/>
                    <a:moveTo>
                      <a:pt x="3051" y="5669"/>
                    </a:moveTo>
                    <a:cubicBezTo>
                      <a:pt x="2947" y="5669"/>
                      <a:pt x="2869" y="5757"/>
                      <a:pt x="2869" y="5862"/>
                    </a:cubicBezTo>
                    <a:cubicBezTo>
                      <a:pt x="2869" y="5967"/>
                      <a:pt x="2947" y="6053"/>
                      <a:pt x="3051" y="6053"/>
                    </a:cubicBezTo>
                    <a:cubicBezTo>
                      <a:pt x="3156" y="6053"/>
                      <a:pt x="3245" y="5967"/>
                      <a:pt x="3245" y="5862"/>
                    </a:cubicBezTo>
                    <a:cubicBezTo>
                      <a:pt x="3245" y="5757"/>
                      <a:pt x="3156" y="5669"/>
                      <a:pt x="3051" y="56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4"/>
              <p:cNvSpPr/>
              <p:nvPr/>
            </p:nvSpPr>
            <p:spPr>
              <a:xfrm>
                <a:off x="5063977" y="2671338"/>
                <a:ext cx="505456" cy="34780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348" extrusionOk="0">
                    <a:moveTo>
                      <a:pt x="1727" y="0"/>
                    </a:moveTo>
                    <a:cubicBezTo>
                      <a:pt x="1693" y="0"/>
                      <a:pt x="1663" y="16"/>
                      <a:pt x="1627" y="30"/>
                    </a:cubicBezTo>
                    <a:cubicBezTo>
                      <a:pt x="1538" y="90"/>
                      <a:pt x="1513" y="212"/>
                      <a:pt x="1566" y="300"/>
                    </a:cubicBezTo>
                    <a:cubicBezTo>
                      <a:pt x="1606" y="364"/>
                      <a:pt x="1672" y="396"/>
                      <a:pt x="1738" y="396"/>
                    </a:cubicBezTo>
                    <a:cubicBezTo>
                      <a:pt x="1772" y="396"/>
                      <a:pt x="1806" y="387"/>
                      <a:pt x="1836" y="369"/>
                    </a:cubicBezTo>
                    <a:cubicBezTo>
                      <a:pt x="1933" y="309"/>
                      <a:pt x="1958" y="187"/>
                      <a:pt x="1906" y="90"/>
                    </a:cubicBezTo>
                    <a:cubicBezTo>
                      <a:pt x="1872" y="38"/>
                      <a:pt x="1809" y="2"/>
                      <a:pt x="1748" y="2"/>
                    </a:cubicBezTo>
                    <a:cubicBezTo>
                      <a:pt x="1741" y="1"/>
                      <a:pt x="1734" y="0"/>
                      <a:pt x="1727" y="0"/>
                    </a:cubicBezTo>
                    <a:close/>
                    <a:moveTo>
                      <a:pt x="1251" y="317"/>
                    </a:moveTo>
                    <a:cubicBezTo>
                      <a:pt x="1207" y="317"/>
                      <a:pt x="1163" y="328"/>
                      <a:pt x="1127" y="344"/>
                    </a:cubicBezTo>
                    <a:cubicBezTo>
                      <a:pt x="1033" y="405"/>
                      <a:pt x="1005" y="527"/>
                      <a:pt x="1066" y="623"/>
                    </a:cubicBezTo>
                    <a:cubicBezTo>
                      <a:pt x="1100" y="681"/>
                      <a:pt x="1165" y="711"/>
                      <a:pt x="1232" y="711"/>
                    </a:cubicBezTo>
                    <a:cubicBezTo>
                      <a:pt x="1267" y="711"/>
                      <a:pt x="1304" y="703"/>
                      <a:pt x="1337" y="684"/>
                    </a:cubicBezTo>
                    <a:cubicBezTo>
                      <a:pt x="1434" y="623"/>
                      <a:pt x="1461" y="502"/>
                      <a:pt x="1400" y="414"/>
                    </a:cubicBezTo>
                    <a:cubicBezTo>
                      <a:pt x="1364" y="353"/>
                      <a:pt x="1312" y="328"/>
                      <a:pt x="1251" y="317"/>
                    </a:cubicBezTo>
                    <a:close/>
                    <a:moveTo>
                      <a:pt x="743" y="632"/>
                    </a:moveTo>
                    <a:cubicBezTo>
                      <a:pt x="699" y="632"/>
                      <a:pt x="655" y="642"/>
                      <a:pt x="621" y="667"/>
                    </a:cubicBezTo>
                    <a:cubicBezTo>
                      <a:pt x="533" y="720"/>
                      <a:pt x="498" y="842"/>
                      <a:pt x="561" y="938"/>
                    </a:cubicBezTo>
                    <a:cubicBezTo>
                      <a:pt x="599" y="1000"/>
                      <a:pt x="663" y="1033"/>
                      <a:pt x="726" y="1033"/>
                    </a:cubicBezTo>
                    <a:cubicBezTo>
                      <a:pt x="763" y="1033"/>
                      <a:pt x="799" y="1022"/>
                      <a:pt x="831" y="999"/>
                    </a:cubicBezTo>
                    <a:cubicBezTo>
                      <a:pt x="928" y="938"/>
                      <a:pt x="953" y="816"/>
                      <a:pt x="892" y="728"/>
                    </a:cubicBezTo>
                    <a:cubicBezTo>
                      <a:pt x="865" y="667"/>
                      <a:pt x="804" y="642"/>
                      <a:pt x="743" y="632"/>
                    </a:cubicBezTo>
                    <a:close/>
                    <a:moveTo>
                      <a:pt x="246" y="947"/>
                    </a:moveTo>
                    <a:cubicBezTo>
                      <a:pt x="202" y="947"/>
                      <a:pt x="158" y="957"/>
                      <a:pt x="122" y="982"/>
                    </a:cubicBezTo>
                    <a:cubicBezTo>
                      <a:pt x="25" y="1043"/>
                      <a:pt x="0" y="1167"/>
                      <a:pt x="61" y="1253"/>
                    </a:cubicBezTo>
                    <a:cubicBezTo>
                      <a:pt x="94" y="1314"/>
                      <a:pt x="156" y="1348"/>
                      <a:pt x="221" y="1348"/>
                    </a:cubicBezTo>
                    <a:cubicBezTo>
                      <a:pt x="258" y="1348"/>
                      <a:pt x="297" y="1337"/>
                      <a:pt x="332" y="1314"/>
                    </a:cubicBezTo>
                    <a:cubicBezTo>
                      <a:pt x="420" y="1261"/>
                      <a:pt x="456" y="1140"/>
                      <a:pt x="393" y="1043"/>
                    </a:cubicBezTo>
                    <a:cubicBezTo>
                      <a:pt x="359" y="991"/>
                      <a:pt x="298" y="957"/>
                      <a:pt x="246" y="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4"/>
              <p:cNvSpPr/>
              <p:nvPr/>
            </p:nvSpPr>
            <p:spPr>
              <a:xfrm>
                <a:off x="4858596" y="2428029"/>
                <a:ext cx="557576" cy="219315"/>
              </a:xfrm>
              <a:custGeom>
                <a:avLst/>
                <a:gdLst/>
                <a:ahLst/>
                <a:cxnLst/>
                <a:rect l="l" t="t" r="r" b="b"/>
                <a:pathLst>
                  <a:path w="2161" h="850" extrusionOk="0">
                    <a:moveTo>
                      <a:pt x="1934" y="1"/>
                    </a:moveTo>
                    <a:cubicBezTo>
                      <a:pt x="1923" y="1"/>
                      <a:pt x="1906" y="11"/>
                      <a:pt x="1890" y="11"/>
                    </a:cubicBezTo>
                    <a:cubicBezTo>
                      <a:pt x="1785" y="37"/>
                      <a:pt x="1724" y="150"/>
                      <a:pt x="1749" y="255"/>
                    </a:cubicBezTo>
                    <a:cubicBezTo>
                      <a:pt x="1772" y="344"/>
                      <a:pt x="1857" y="401"/>
                      <a:pt x="1946" y="401"/>
                    </a:cubicBezTo>
                    <a:cubicBezTo>
                      <a:pt x="1962" y="401"/>
                      <a:pt x="1979" y="399"/>
                      <a:pt x="1995" y="395"/>
                    </a:cubicBezTo>
                    <a:cubicBezTo>
                      <a:pt x="2099" y="368"/>
                      <a:pt x="2160" y="255"/>
                      <a:pt x="2133" y="150"/>
                    </a:cubicBezTo>
                    <a:cubicBezTo>
                      <a:pt x="2108" y="64"/>
                      <a:pt x="2028" y="1"/>
                      <a:pt x="1934" y="1"/>
                    </a:cubicBezTo>
                    <a:close/>
                    <a:moveTo>
                      <a:pt x="1374" y="157"/>
                    </a:moveTo>
                    <a:cubicBezTo>
                      <a:pt x="1368" y="157"/>
                      <a:pt x="1362" y="158"/>
                      <a:pt x="1357" y="158"/>
                    </a:cubicBezTo>
                    <a:lnTo>
                      <a:pt x="1321" y="158"/>
                    </a:lnTo>
                    <a:cubicBezTo>
                      <a:pt x="1216" y="186"/>
                      <a:pt x="1147" y="299"/>
                      <a:pt x="1180" y="404"/>
                    </a:cubicBezTo>
                    <a:cubicBezTo>
                      <a:pt x="1203" y="493"/>
                      <a:pt x="1282" y="550"/>
                      <a:pt x="1370" y="550"/>
                    </a:cubicBezTo>
                    <a:cubicBezTo>
                      <a:pt x="1385" y="550"/>
                      <a:pt x="1401" y="548"/>
                      <a:pt x="1417" y="544"/>
                    </a:cubicBezTo>
                    <a:cubicBezTo>
                      <a:pt x="1522" y="517"/>
                      <a:pt x="1592" y="412"/>
                      <a:pt x="1556" y="299"/>
                    </a:cubicBezTo>
                    <a:cubicBezTo>
                      <a:pt x="1540" y="216"/>
                      <a:pt x="1462" y="157"/>
                      <a:pt x="1374" y="157"/>
                    </a:cubicBezTo>
                    <a:close/>
                    <a:moveTo>
                      <a:pt x="804" y="306"/>
                    </a:moveTo>
                    <a:cubicBezTo>
                      <a:pt x="798" y="306"/>
                      <a:pt x="793" y="307"/>
                      <a:pt x="788" y="307"/>
                    </a:cubicBezTo>
                    <a:lnTo>
                      <a:pt x="744" y="307"/>
                    </a:lnTo>
                    <a:cubicBezTo>
                      <a:pt x="639" y="343"/>
                      <a:pt x="578" y="448"/>
                      <a:pt x="603" y="553"/>
                    </a:cubicBezTo>
                    <a:cubicBezTo>
                      <a:pt x="626" y="642"/>
                      <a:pt x="705" y="699"/>
                      <a:pt x="793" y="699"/>
                    </a:cubicBezTo>
                    <a:cubicBezTo>
                      <a:pt x="808" y="699"/>
                      <a:pt x="824" y="697"/>
                      <a:pt x="840" y="693"/>
                    </a:cubicBezTo>
                    <a:cubicBezTo>
                      <a:pt x="954" y="666"/>
                      <a:pt x="1014" y="561"/>
                      <a:pt x="989" y="456"/>
                    </a:cubicBezTo>
                    <a:cubicBezTo>
                      <a:pt x="964" y="366"/>
                      <a:pt x="884" y="306"/>
                      <a:pt x="804" y="306"/>
                    </a:cubicBezTo>
                    <a:close/>
                    <a:moveTo>
                      <a:pt x="227" y="455"/>
                    </a:moveTo>
                    <a:cubicBezTo>
                      <a:pt x="221" y="455"/>
                      <a:pt x="216" y="456"/>
                      <a:pt x="211" y="456"/>
                    </a:cubicBezTo>
                    <a:cubicBezTo>
                      <a:pt x="192" y="456"/>
                      <a:pt x="183" y="456"/>
                      <a:pt x="167" y="465"/>
                    </a:cubicBezTo>
                    <a:cubicBezTo>
                      <a:pt x="62" y="492"/>
                      <a:pt x="1" y="597"/>
                      <a:pt x="26" y="702"/>
                    </a:cubicBezTo>
                    <a:cubicBezTo>
                      <a:pt x="48" y="788"/>
                      <a:pt x="128" y="850"/>
                      <a:pt x="214" y="850"/>
                    </a:cubicBezTo>
                    <a:cubicBezTo>
                      <a:pt x="233" y="850"/>
                      <a:pt x="253" y="847"/>
                      <a:pt x="272" y="840"/>
                    </a:cubicBezTo>
                    <a:cubicBezTo>
                      <a:pt x="376" y="815"/>
                      <a:pt x="437" y="710"/>
                      <a:pt x="412" y="605"/>
                    </a:cubicBezTo>
                    <a:cubicBezTo>
                      <a:pt x="387" y="515"/>
                      <a:pt x="307" y="455"/>
                      <a:pt x="227" y="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4"/>
              <p:cNvSpPr/>
              <p:nvPr/>
            </p:nvSpPr>
            <p:spPr>
              <a:xfrm>
                <a:off x="5357342" y="2890651"/>
                <a:ext cx="390122" cy="471914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1829" extrusionOk="0">
                    <a:moveTo>
                      <a:pt x="1278" y="0"/>
                    </a:moveTo>
                    <a:cubicBezTo>
                      <a:pt x="1218" y="0"/>
                      <a:pt x="1166" y="34"/>
                      <a:pt x="1128" y="80"/>
                    </a:cubicBezTo>
                    <a:cubicBezTo>
                      <a:pt x="1058" y="168"/>
                      <a:pt x="1084" y="290"/>
                      <a:pt x="1172" y="359"/>
                    </a:cubicBezTo>
                    <a:cubicBezTo>
                      <a:pt x="1207" y="384"/>
                      <a:pt x="1247" y="396"/>
                      <a:pt x="1287" y="396"/>
                    </a:cubicBezTo>
                    <a:cubicBezTo>
                      <a:pt x="1347" y="396"/>
                      <a:pt x="1406" y="369"/>
                      <a:pt x="1442" y="317"/>
                    </a:cubicBezTo>
                    <a:cubicBezTo>
                      <a:pt x="1512" y="229"/>
                      <a:pt x="1495" y="107"/>
                      <a:pt x="1407" y="36"/>
                    </a:cubicBezTo>
                    <a:cubicBezTo>
                      <a:pt x="1373" y="19"/>
                      <a:pt x="1337" y="2"/>
                      <a:pt x="1302" y="2"/>
                    </a:cubicBezTo>
                    <a:cubicBezTo>
                      <a:pt x="1294" y="1"/>
                      <a:pt x="1286" y="0"/>
                      <a:pt x="1278" y="0"/>
                    </a:cubicBezTo>
                    <a:close/>
                    <a:moveTo>
                      <a:pt x="945" y="474"/>
                    </a:moveTo>
                    <a:cubicBezTo>
                      <a:pt x="882" y="474"/>
                      <a:pt x="813" y="500"/>
                      <a:pt x="769" y="560"/>
                    </a:cubicBezTo>
                    <a:cubicBezTo>
                      <a:pt x="708" y="649"/>
                      <a:pt x="725" y="770"/>
                      <a:pt x="813" y="831"/>
                    </a:cubicBezTo>
                    <a:cubicBezTo>
                      <a:pt x="850" y="861"/>
                      <a:pt x="892" y="875"/>
                      <a:pt x="935" y="875"/>
                    </a:cubicBezTo>
                    <a:cubicBezTo>
                      <a:pt x="993" y="875"/>
                      <a:pt x="1052" y="848"/>
                      <a:pt x="1092" y="798"/>
                    </a:cubicBezTo>
                    <a:cubicBezTo>
                      <a:pt x="1155" y="709"/>
                      <a:pt x="1136" y="579"/>
                      <a:pt x="1050" y="516"/>
                    </a:cubicBezTo>
                    <a:cubicBezTo>
                      <a:pt x="1014" y="491"/>
                      <a:pt x="979" y="483"/>
                      <a:pt x="945" y="474"/>
                    </a:cubicBezTo>
                    <a:close/>
                    <a:moveTo>
                      <a:pt x="573" y="954"/>
                    </a:moveTo>
                    <a:cubicBezTo>
                      <a:pt x="513" y="954"/>
                      <a:pt x="458" y="986"/>
                      <a:pt x="420" y="1033"/>
                    </a:cubicBezTo>
                    <a:cubicBezTo>
                      <a:pt x="349" y="1121"/>
                      <a:pt x="368" y="1242"/>
                      <a:pt x="454" y="1314"/>
                    </a:cubicBezTo>
                    <a:cubicBezTo>
                      <a:pt x="489" y="1338"/>
                      <a:pt x="530" y="1349"/>
                      <a:pt x="571" y="1349"/>
                    </a:cubicBezTo>
                    <a:cubicBezTo>
                      <a:pt x="634" y="1349"/>
                      <a:pt x="697" y="1322"/>
                      <a:pt x="735" y="1270"/>
                    </a:cubicBezTo>
                    <a:cubicBezTo>
                      <a:pt x="804" y="1182"/>
                      <a:pt x="777" y="1060"/>
                      <a:pt x="691" y="989"/>
                    </a:cubicBezTo>
                    <a:cubicBezTo>
                      <a:pt x="664" y="972"/>
                      <a:pt x="630" y="955"/>
                      <a:pt x="595" y="955"/>
                    </a:cubicBezTo>
                    <a:cubicBezTo>
                      <a:pt x="587" y="954"/>
                      <a:pt x="580" y="954"/>
                      <a:pt x="573" y="954"/>
                    </a:cubicBezTo>
                    <a:close/>
                    <a:moveTo>
                      <a:pt x="236" y="1427"/>
                    </a:moveTo>
                    <a:cubicBezTo>
                      <a:pt x="175" y="1427"/>
                      <a:pt x="106" y="1452"/>
                      <a:pt x="62" y="1513"/>
                    </a:cubicBezTo>
                    <a:cubicBezTo>
                      <a:pt x="1" y="1601"/>
                      <a:pt x="17" y="1723"/>
                      <a:pt x="106" y="1786"/>
                    </a:cubicBezTo>
                    <a:cubicBezTo>
                      <a:pt x="141" y="1815"/>
                      <a:pt x="184" y="1829"/>
                      <a:pt x="226" y="1829"/>
                    </a:cubicBezTo>
                    <a:cubicBezTo>
                      <a:pt x="284" y="1829"/>
                      <a:pt x="341" y="1802"/>
                      <a:pt x="376" y="1750"/>
                    </a:cubicBezTo>
                    <a:cubicBezTo>
                      <a:pt x="446" y="1662"/>
                      <a:pt x="429" y="1532"/>
                      <a:pt x="341" y="1471"/>
                    </a:cubicBezTo>
                    <a:cubicBezTo>
                      <a:pt x="305" y="1444"/>
                      <a:pt x="271" y="1436"/>
                      <a:pt x="236" y="14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4"/>
              <p:cNvSpPr/>
              <p:nvPr/>
            </p:nvSpPr>
            <p:spPr>
              <a:xfrm>
                <a:off x="4941935" y="1370682"/>
                <a:ext cx="517067" cy="332327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1288" extrusionOk="0">
                    <a:moveTo>
                      <a:pt x="227" y="1"/>
                    </a:moveTo>
                    <a:cubicBezTo>
                      <a:pt x="157" y="1"/>
                      <a:pt x="89" y="37"/>
                      <a:pt x="53" y="103"/>
                    </a:cubicBezTo>
                    <a:cubicBezTo>
                      <a:pt x="1" y="200"/>
                      <a:pt x="37" y="313"/>
                      <a:pt x="131" y="374"/>
                    </a:cubicBezTo>
                    <a:cubicBezTo>
                      <a:pt x="167" y="393"/>
                      <a:pt x="211" y="401"/>
                      <a:pt x="255" y="401"/>
                    </a:cubicBezTo>
                    <a:cubicBezTo>
                      <a:pt x="307" y="393"/>
                      <a:pt x="368" y="357"/>
                      <a:pt x="393" y="296"/>
                    </a:cubicBezTo>
                    <a:cubicBezTo>
                      <a:pt x="456" y="200"/>
                      <a:pt x="421" y="86"/>
                      <a:pt x="324" y="25"/>
                    </a:cubicBezTo>
                    <a:cubicBezTo>
                      <a:pt x="293" y="9"/>
                      <a:pt x="260" y="1"/>
                      <a:pt x="227" y="1"/>
                    </a:cubicBezTo>
                    <a:close/>
                    <a:moveTo>
                      <a:pt x="745" y="297"/>
                    </a:moveTo>
                    <a:cubicBezTo>
                      <a:pt x="675" y="297"/>
                      <a:pt x="606" y="335"/>
                      <a:pt x="570" y="401"/>
                    </a:cubicBezTo>
                    <a:cubicBezTo>
                      <a:pt x="517" y="489"/>
                      <a:pt x="551" y="611"/>
                      <a:pt x="647" y="663"/>
                    </a:cubicBezTo>
                    <a:cubicBezTo>
                      <a:pt x="674" y="682"/>
                      <a:pt x="705" y="693"/>
                      <a:pt x="733" y="693"/>
                    </a:cubicBezTo>
                    <a:cubicBezTo>
                      <a:pt x="743" y="693"/>
                      <a:pt x="752" y="691"/>
                      <a:pt x="761" y="689"/>
                    </a:cubicBezTo>
                    <a:cubicBezTo>
                      <a:pt x="824" y="689"/>
                      <a:pt x="885" y="655"/>
                      <a:pt x="910" y="594"/>
                    </a:cubicBezTo>
                    <a:cubicBezTo>
                      <a:pt x="971" y="498"/>
                      <a:pt x="937" y="374"/>
                      <a:pt x="840" y="321"/>
                    </a:cubicBezTo>
                    <a:cubicBezTo>
                      <a:pt x="810" y="305"/>
                      <a:pt x="778" y="297"/>
                      <a:pt x="745" y="297"/>
                    </a:cubicBezTo>
                    <a:close/>
                    <a:moveTo>
                      <a:pt x="1260" y="595"/>
                    </a:moveTo>
                    <a:cubicBezTo>
                      <a:pt x="1189" y="595"/>
                      <a:pt x="1122" y="630"/>
                      <a:pt x="1086" y="689"/>
                    </a:cubicBezTo>
                    <a:cubicBezTo>
                      <a:pt x="1034" y="785"/>
                      <a:pt x="1067" y="909"/>
                      <a:pt x="1155" y="961"/>
                    </a:cubicBezTo>
                    <a:cubicBezTo>
                      <a:pt x="1188" y="980"/>
                      <a:pt x="1221" y="990"/>
                      <a:pt x="1250" y="990"/>
                    </a:cubicBezTo>
                    <a:cubicBezTo>
                      <a:pt x="1260" y="990"/>
                      <a:pt x="1269" y="989"/>
                      <a:pt x="1277" y="987"/>
                    </a:cubicBezTo>
                    <a:cubicBezTo>
                      <a:pt x="1338" y="978"/>
                      <a:pt x="1401" y="943"/>
                      <a:pt x="1426" y="890"/>
                    </a:cubicBezTo>
                    <a:cubicBezTo>
                      <a:pt x="1487" y="794"/>
                      <a:pt x="1453" y="672"/>
                      <a:pt x="1357" y="619"/>
                    </a:cubicBezTo>
                    <a:cubicBezTo>
                      <a:pt x="1326" y="603"/>
                      <a:pt x="1292" y="595"/>
                      <a:pt x="1260" y="595"/>
                    </a:cubicBezTo>
                    <a:close/>
                    <a:moveTo>
                      <a:pt x="1768" y="890"/>
                    </a:moveTo>
                    <a:cubicBezTo>
                      <a:pt x="1700" y="890"/>
                      <a:pt x="1635" y="923"/>
                      <a:pt x="1600" y="987"/>
                    </a:cubicBezTo>
                    <a:cubicBezTo>
                      <a:pt x="1548" y="1083"/>
                      <a:pt x="1583" y="1205"/>
                      <a:pt x="1672" y="1257"/>
                    </a:cubicBezTo>
                    <a:cubicBezTo>
                      <a:pt x="1705" y="1278"/>
                      <a:pt x="1737" y="1288"/>
                      <a:pt x="1766" y="1288"/>
                    </a:cubicBezTo>
                    <a:cubicBezTo>
                      <a:pt x="1775" y="1288"/>
                      <a:pt x="1784" y="1287"/>
                      <a:pt x="1793" y="1285"/>
                    </a:cubicBezTo>
                    <a:cubicBezTo>
                      <a:pt x="1854" y="1276"/>
                      <a:pt x="1915" y="1241"/>
                      <a:pt x="1942" y="1188"/>
                    </a:cubicBezTo>
                    <a:cubicBezTo>
                      <a:pt x="2003" y="1092"/>
                      <a:pt x="1967" y="970"/>
                      <a:pt x="1873" y="917"/>
                    </a:cubicBezTo>
                    <a:cubicBezTo>
                      <a:pt x="1840" y="899"/>
                      <a:pt x="1804" y="890"/>
                      <a:pt x="1768" y="8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4"/>
              <p:cNvSpPr/>
              <p:nvPr/>
            </p:nvSpPr>
            <p:spPr>
              <a:xfrm>
                <a:off x="5221884" y="1016168"/>
                <a:ext cx="403797" cy="460819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1786" extrusionOk="0">
                    <a:moveTo>
                      <a:pt x="214" y="1"/>
                    </a:moveTo>
                    <a:cubicBezTo>
                      <a:pt x="171" y="1"/>
                      <a:pt x="129" y="15"/>
                      <a:pt x="95" y="44"/>
                    </a:cubicBezTo>
                    <a:cubicBezTo>
                      <a:pt x="9" y="113"/>
                      <a:pt x="1" y="237"/>
                      <a:pt x="62" y="323"/>
                    </a:cubicBezTo>
                    <a:cubicBezTo>
                      <a:pt x="101" y="369"/>
                      <a:pt x="159" y="396"/>
                      <a:pt x="220" y="396"/>
                    </a:cubicBezTo>
                    <a:cubicBezTo>
                      <a:pt x="228" y="396"/>
                      <a:pt x="236" y="395"/>
                      <a:pt x="244" y="394"/>
                    </a:cubicBezTo>
                    <a:cubicBezTo>
                      <a:pt x="280" y="394"/>
                      <a:pt x="316" y="375"/>
                      <a:pt x="341" y="350"/>
                    </a:cubicBezTo>
                    <a:cubicBezTo>
                      <a:pt x="429" y="289"/>
                      <a:pt x="438" y="157"/>
                      <a:pt x="377" y="79"/>
                    </a:cubicBezTo>
                    <a:cubicBezTo>
                      <a:pt x="335" y="28"/>
                      <a:pt x="274" y="1"/>
                      <a:pt x="214" y="1"/>
                    </a:cubicBezTo>
                    <a:close/>
                    <a:moveTo>
                      <a:pt x="593" y="463"/>
                    </a:moveTo>
                    <a:cubicBezTo>
                      <a:pt x="549" y="463"/>
                      <a:pt x="506" y="477"/>
                      <a:pt x="473" y="507"/>
                    </a:cubicBezTo>
                    <a:cubicBezTo>
                      <a:pt x="385" y="577"/>
                      <a:pt x="368" y="698"/>
                      <a:pt x="438" y="787"/>
                    </a:cubicBezTo>
                    <a:cubicBezTo>
                      <a:pt x="475" y="832"/>
                      <a:pt x="532" y="858"/>
                      <a:pt x="591" y="858"/>
                    </a:cubicBezTo>
                    <a:cubicBezTo>
                      <a:pt x="600" y="858"/>
                      <a:pt x="610" y="857"/>
                      <a:pt x="620" y="856"/>
                    </a:cubicBezTo>
                    <a:cubicBezTo>
                      <a:pt x="656" y="856"/>
                      <a:pt x="691" y="839"/>
                      <a:pt x="717" y="814"/>
                    </a:cubicBezTo>
                    <a:cubicBezTo>
                      <a:pt x="805" y="743"/>
                      <a:pt x="813" y="621"/>
                      <a:pt x="744" y="533"/>
                    </a:cubicBezTo>
                    <a:cubicBezTo>
                      <a:pt x="709" y="488"/>
                      <a:pt x="651" y="463"/>
                      <a:pt x="593" y="463"/>
                    </a:cubicBezTo>
                    <a:close/>
                    <a:moveTo>
                      <a:pt x="970" y="923"/>
                    </a:moveTo>
                    <a:cubicBezTo>
                      <a:pt x="925" y="923"/>
                      <a:pt x="879" y="939"/>
                      <a:pt x="840" y="971"/>
                    </a:cubicBezTo>
                    <a:cubicBezTo>
                      <a:pt x="761" y="1041"/>
                      <a:pt x="744" y="1162"/>
                      <a:pt x="813" y="1250"/>
                    </a:cubicBezTo>
                    <a:cubicBezTo>
                      <a:pt x="852" y="1296"/>
                      <a:pt x="909" y="1321"/>
                      <a:pt x="964" y="1321"/>
                    </a:cubicBezTo>
                    <a:cubicBezTo>
                      <a:pt x="972" y="1321"/>
                      <a:pt x="980" y="1321"/>
                      <a:pt x="987" y="1320"/>
                    </a:cubicBezTo>
                    <a:cubicBezTo>
                      <a:pt x="1023" y="1311"/>
                      <a:pt x="1059" y="1303"/>
                      <a:pt x="1092" y="1276"/>
                    </a:cubicBezTo>
                    <a:cubicBezTo>
                      <a:pt x="1180" y="1206"/>
                      <a:pt x="1189" y="1085"/>
                      <a:pt x="1120" y="996"/>
                    </a:cubicBezTo>
                    <a:cubicBezTo>
                      <a:pt x="1081" y="948"/>
                      <a:pt x="1026" y="923"/>
                      <a:pt x="970" y="923"/>
                    </a:cubicBezTo>
                    <a:close/>
                    <a:moveTo>
                      <a:pt x="1345" y="1387"/>
                    </a:moveTo>
                    <a:cubicBezTo>
                      <a:pt x="1300" y="1387"/>
                      <a:pt x="1254" y="1402"/>
                      <a:pt x="1216" y="1433"/>
                    </a:cubicBezTo>
                    <a:cubicBezTo>
                      <a:pt x="1128" y="1504"/>
                      <a:pt x="1120" y="1626"/>
                      <a:pt x="1189" y="1714"/>
                    </a:cubicBezTo>
                    <a:cubicBezTo>
                      <a:pt x="1227" y="1760"/>
                      <a:pt x="1285" y="1785"/>
                      <a:pt x="1341" y="1785"/>
                    </a:cubicBezTo>
                    <a:cubicBezTo>
                      <a:pt x="1349" y="1785"/>
                      <a:pt x="1357" y="1785"/>
                      <a:pt x="1365" y="1783"/>
                    </a:cubicBezTo>
                    <a:cubicBezTo>
                      <a:pt x="1399" y="1775"/>
                      <a:pt x="1434" y="1767"/>
                      <a:pt x="1470" y="1739"/>
                    </a:cubicBezTo>
                    <a:cubicBezTo>
                      <a:pt x="1548" y="1670"/>
                      <a:pt x="1564" y="1548"/>
                      <a:pt x="1495" y="1460"/>
                    </a:cubicBezTo>
                    <a:cubicBezTo>
                      <a:pt x="1457" y="1411"/>
                      <a:pt x="1401" y="1387"/>
                      <a:pt x="1345" y="1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4"/>
              <p:cNvSpPr/>
              <p:nvPr/>
            </p:nvSpPr>
            <p:spPr>
              <a:xfrm>
                <a:off x="7110050" y="1370682"/>
                <a:ext cx="514745" cy="332327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288" extrusionOk="0">
                    <a:moveTo>
                      <a:pt x="1768" y="1"/>
                    </a:moveTo>
                    <a:cubicBezTo>
                      <a:pt x="1735" y="1"/>
                      <a:pt x="1702" y="9"/>
                      <a:pt x="1671" y="25"/>
                    </a:cubicBezTo>
                    <a:cubicBezTo>
                      <a:pt x="1575" y="86"/>
                      <a:pt x="1550" y="200"/>
                      <a:pt x="1602" y="296"/>
                    </a:cubicBezTo>
                    <a:cubicBezTo>
                      <a:pt x="1636" y="357"/>
                      <a:pt x="1688" y="393"/>
                      <a:pt x="1749" y="401"/>
                    </a:cubicBezTo>
                    <a:cubicBezTo>
                      <a:pt x="1793" y="401"/>
                      <a:pt x="1829" y="393"/>
                      <a:pt x="1873" y="374"/>
                    </a:cubicBezTo>
                    <a:cubicBezTo>
                      <a:pt x="1969" y="313"/>
                      <a:pt x="1995" y="200"/>
                      <a:pt x="1942" y="103"/>
                    </a:cubicBezTo>
                    <a:cubicBezTo>
                      <a:pt x="1906" y="37"/>
                      <a:pt x="1838" y="1"/>
                      <a:pt x="1768" y="1"/>
                    </a:cubicBezTo>
                    <a:close/>
                    <a:moveTo>
                      <a:pt x="1250" y="297"/>
                    </a:moveTo>
                    <a:cubicBezTo>
                      <a:pt x="1218" y="297"/>
                      <a:pt x="1185" y="305"/>
                      <a:pt x="1155" y="321"/>
                    </a:cubicBezTo>
                    <a:cubicBezTo>
                      <a:pt x="1067" y="374"/>
                      <a:pt x="1033" y="498"/>
                      <a:pt x="1086" y="594"/>
                    </a:cubicBezTo>
                    <a:cubicBezTo>
                      <a:pt x="1119" y="655"/>
                      <a:pt x="1172" y="689"/>
                      <a:pt x="1235" y="689"/>
                    </a:cubicBezTo>
                    <a:cubicBezTo>
                      <a:pt x="1246" y="691"/>
                      <a:pt x="1257" y="693"/>
                      <a:pt x="1268" y="693"/>
                    </a:cubicBezTo>
                    <a:cubicBezTo>
                      <a:pt x="1299" y="693"/>
                      <a:pt x="1330" y="682"/>
                      <a:pt x="1357" y="663"/>
                    </a:cubicBezTo>
                    <a:cubicBezTo>
                      <a:pt x="1453" y="611"/>
                      <a:pt x="1487" y="489"/>
                      <a:pt x="1426" y="401"/>
                    </a:cubicBezTo>
                    <a:cubicBezTo>
                      <a:pt x="1390" y="335"/>
                      <a:pt x="1321" y="297"/>
                      <a:pt x="1250" y="297"/>
                    </a:cubicBezTo>
                    <a:close/>
                    <a:moveTo>
                      <a:pt x="736" y="595"/>
                    </a:moveTo>
                    <a:cubicBezTo>
                      <a:pt x="703" y="595"/>
                      <a:pt x="670" y="603"/>
                      <a:pt x="639" y="619"/>
                    </a:cubicBezTo>
                    <a:cubicBezTo>
                      <a:pt x="553" y="672"/>
                      <a:pt x="517" y="794"/>
                      <a:pt x="570" y="890"/>
                    </a:cubicBezTo>
                    <a:cubicBezTo>
                      <a:pt x="605" y="943"/>
                      <a:pt x="658" y="978"/>
                      <a:pt x="719" y="987"/>
                    </a:cubicBezTo>
                    <a:cubicBezTo>
                      <a:pt x="730" y="989"/>
                      <a:pt x="741" y="990"/>
                      <a:pt x="751" y="990"/>
                    </a:cubicBezTo>
                    <a:cubicBezTo>
                      <a:pt x="783" y="990"/>
                      <a:pt x="814" y="980"/>
                      <a:pt x="840" y="961"/>
                    </a:cubicBezTo>
                    <a:cubicBezTo>
                      <a:pt x="937" y="909"/>
                      <a:pt x="973" y="785"/>
                      <a:pt x="910" y="689"/>
                    </a:cubicBezTo>
                    <a:cubicBezTo>
                      <a:pt x="874" y="630"/>
                      <a:pt x="806" y="595"/>
                      <a:pt x="736" y="595"/>
                    </a:cubicBezTo>
                    <a:close/>
                    <a:moveTo>
                      <a:pt x="228" y="890"/>
                    </a:moveTo>
                    <a:cubicBezTo>
                      <a:pt x="192" y="890"/>
                      <a:pt x="156" y="899"/>
                      <a:pt x="123" y="917"/>
                    </a:cubicBezTo>
                    <a:cubicBezTo>
                      <a:pt x="37" y="970"/>
                      <a:pt x="1" y="1092"/>
                      <a:pt x="53" y="1188"/>
                    </a:cubicBezTo>
                    <a:cubicBezTo>
                      <a:pt x="89" y="1241"/>
                      <a:pt x="142" y="1276"/>
                      <a:pt x="202" y="1285"/>
                    </a:cubicBezTo>
                    <a:cubicBezTo>
                      <a:pt x="213" y="1287"/>
                      <a:pt x="224" y="1288"/>
                      <a:pt x="235" y="1288"/>
                    </a:cubicBezTo>
                    <a:cubicBezTo>
                      <a:pt x="268" y="1288"/>
                      <a:pt x="299" y="1278"/>
                      <a:pt x="324" y="1257"/>
                    </a:cubicBezTo>
                    <a:cubicBezTo>
                      <a:pt x="421" y="1205"/>
                      <a:pt x="456" y="1083"/>
                      <a:pt x="395" y="987"/>
                    </a:cubicBezTo>
                    <a:cubicBezTo>
                      <a:pt x="361" y="923"/>
                      <a:pt x="296" y="890"/>
                      <a:pt x="228" y="8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4"/>
              <p:cNvSpPr/>
              <p:nvPr/>
            </p:nvSpPr>
            <p:spPr>
              <a:xfrm>
                <a:off x="6941307" y="1016168"/>
                <a:ext cx="406378" cy="460819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1786" extrusionOk="0">
                    <a:moveTo>
                      <a:pt x="1356" y="1"/>
                    </a:moveTo>
                    <a:cubicBezTo>
                      <a:pt x="1297" y="1"/>
                      <a:pt x="1238" y="28"/>
                      <a:pt x="1196" y="79"/>
                    </a:cubicBezTo>
                    <a:cubicBezTo>
                      <a:pt x="1127" y="157"/>
                      <a:pt x="1136" y="289"/>
                      <a:pt x="1224" y="350"/>
                    </a:cubicBezTo>
                    <a:cubicBezTo>
                      <a:pt x="1259" y="375"/>
                      <a:pt x="1293" y="394"/>
                      <a:pt x="1329" y="394"/>
                    </a:cubicBezTo>
                    <a:cubicBezTo>
                      <a:pt x="1336" y="395"/>
                      <a:pt x="1343" y="396"/>
                      <a:pt x="1351" y="396"/>
                    </a:cubicBezTo>
                    <a:cubicBezTo>
                      <a:pt x="1406" y="396"/>
                      <a:pt x="1464" y="369"/>
                      <a:pt x="1503" y="323"/>
                    </a:cubicBezTo>
                    <a:cubicBezTo>
                      <a:pt x="1574" y="237"/>
                      <a:pt x="1555" y="113"/>
                      <a:pt x="1478" y="44"/>
                    </a:cubicBezTo>
                    <a:cubicBezTo>
                      <a:pt x="1441" y="15"/>
                      <a:pt x="1398" y="1"/>
                      <a:pt x="1356" y="1"/>
                    </a:cubicBezTo>
                    <a:close/>
                    <a:moveTo>
                      <a:pt x="977" y="463"/>
                    </a:moveTo>
                    <a:cubicBezTo>
                      <a:pt x="919" y="463"/>
                      <a:pt x="862" y="488"/>
                      <a:pt x="821" y="533"/>
                    </a:cubicBezTo>
                    <a:cubicBezTo>
                      <a:pt x="751" y="621"/>
                      <a:pt x="768" y="743"/>
                      <a:pt x="848" y="814"/>
                    </a:cubicBezTo>
                    <a:cubicBezTo>
                      <a:pt x="882" y="839"/>
                      <a:pt x="917" y="856"/>
                      <a:pt x="953" y="856"/>
                    </a:cubicBezTo>
                    <a:cubicBezTo>
                      <a:pt x="962" y="857"/>
                      <a:pt x="970" y="858"/>
                      <a:pt x="979" y="858"/>
                    </a:cubicBezTo>
                    <a:cubicBezTo>
                      <a:pt x="1033" y="858"/>
                      <a:pt x="1089" y="832"/>
                      <a:pt x="1127" y="787"/>
                    </a:cubicBezTo>
                    <a:cubicBezTo>
                      <a:pt x="1196" y="698"/>
                      <a:pt x="1188" y="577"/>
                      <a:pt x="1102" y="507"/>
                    </a:cubicBezTo>
                    <a:cubicBezTo>
                      <a:pt x="1064" y="477"/>
                      <a:pt x="1021" y="463"/>
                      <a:pt x="977" y="463"/>
                    </a:cubicBezTo>
                    <a:close/>
                    <a:moveTo>
                      <a:pt x="594" y="923"/>
                    </a:moveTo>
                    <a:cubicBezTo>
                      <a:pt x="538" y="923"/>
                      <a:pt x="483" y="948"/>
                      <a:pt x="445" y="996"/>
                    </a:cubicBezTo>
                    <a:cubicBezTo>
                      <a:pt x="376" y="1085"/>
                      <a:pt x="393" y="1206"/>
                      <a:pt x="481" y="1276"/>
                    </a:cubicBezTo>
                    <a:cubicBezTo>
                      <a:pt x="506" y="1303"/>
                      <a:pt x="542" y="1311"/>
                      <a:pt x="577" y="1320"/>
                    </a:cubicBezTo>
                    <a:cubicBezTo>
                      <a:pt x="586" y="1321"/>
                      <a:pt x="595" y="1321"/>
                      <a:pt x="603" y="1321"/>
                    </a:cubicBezTo>
                    <a:cubicBezTo>
                      <a:pt x="662" y="1321"/>
                      <a:pt x="713" y="1296"/>
                      <a:pt x="751" y="1250"/>
                    </a:cubicBezTo>
                    <a:cubicBezTo>
                      <a:pt x="821" y="1162"/>
                      <a:pt x="812" y="1041"/>
                      <a:pt x="724" y="971"/>
                    </a:cubicBezTo>
                    <a:cubicBezTo>
                      <a:pt x="686" y="939"/>
                      <a:pt x="640" y="923"/>
                      <a:pt x="594" y="923"/>
                    </a:cubicBezTo>
                    <a:close/>
                    <a:moveTo>
                      <a:pt x="223" y="1387"/>
                    </a:moveTo>
                    <a:cubicBezTo>
                      <a:pt x="166" y="1387"/>
                      <a:pt x="108" y="1411"/>
                      <a:pt x="69" y="1460"/>
                    </a:cubicBezTo>
                    <a:cubicBezTo>
                      <a:pt x="0" y="1548"/>
                      <a:pt x="17" y="1670"/>
                      <a:pt x="105" y="1739"/>
                    </a:cubicBezTo>
                    <a:cubicBezTo>
                      <a:pt x="130" y="1767"/>
                      <a:pt x="166" y="1775"/>
                      <a:pt x="200" y="1783"/>
                    </a:cubicBezTo>
                    <a:cubicBezTo>
                      <a:pt x="209" y="1785"/>
                      <a:pt x="218" y="1785"/>
                      <a:pt x="226" y="1785"/>
                    </a:cubicBezTo>
                    <a:cubicBezTo>
                      <a:pt x="288" y="1785"/>
                      <a:pt x="346" y="1760"/>
                      <a:pt x="384" y="1714"/>
                    </a:cubicBezTo>
                    <a:cubicBezTo>
                      <a:pt x="445" y="1626"/>
                      <a:pt x="437" y="1504"/>
                      <a:pt x="349" y="1433"/>
                    </a:cubicBezTo>
                    <a:cubicBezTo>
                      <a:pt x="314" y="1402"/>
                      <a:pt x="269" y="1387"/>
                      <a:pt x="223" y="1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4"/>
              <p:cNvSpPr/>
              <p:nvPr/>
            </p:nvSpPr>
            <p:spPr>
              <a:xfrm>
                <a:off x="6970462" y="2671338"/>
                <a:ext cx="505456" cy="34780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348" extrusionOk="0">
                    <a:moveTo>
                      <a:pt x="228" y="0"/>
                    </a:moveTo>
                    <a:cubicBezTo>
                      <a:pt x="222" y="0"/>
                      <a:pt x="216" y="1"/>
                      <a:pt x="210" y="2"/>
                    </a:cubicBezTo>
                    <a:cubicBezTo>
                      <a:pt x="149" y="2"/>
                      <a:pt x="87" y="38"/>
                      <a:pt x="53" y="90"/>
                    </a:cubicBezTo>
                    <a:cubicBezTo>
                      <a:pt x="0" y="187"/>
                      <a:pt x="26" y="309"/>
                      <a:pt x="114" y="369"/>
                    </a:cubicBezTo>
                    <a:cubicBezTo>
                      <a:pt x="147" y="387"/>
                      <a:pt x="183" y="396"/>
                      <a:pt x="218" y="396"/>
                    </a:cubicBezTo>
                    <a:cubicBezTo>
                      <a:pt x="287" y="396"/>
                      <a:pt x="353" y="364"/>
                      <a:pt x="393" y="300"/>
                    </a:cubicBezTo>
                    <a:cubicBezTo>
                      <a:pt x="445" y="212"/>
                      <a:pt x="420" y="90"/>
                      <a:pt x="324" y="30"/>
                    </a:cubicBezTo>
                    <a:cubicBezTo>
                      <a:pt x="294" y="16"/>
                      <a:pt x="259" y="0"/>
                      <a:pt x="228" y="0"/>
                    </a:cubicBezTo>
                    <a:close/>
                    <a:moveTo>
                      <a:pt x="708" y="317"/>
                    </a:moveTo>
                    <a:cubicBezTo>
                      <a:pt x="647" y="328"/>
                      <a:pt x="594" y="353"/>
                      <a:pt x="559" y="414"/>
                    </a:cubicBezTo>
                    <a:cubicBezTo>
                      <a:pt x="498" y="502"/>
                      <a:pt x="525" y="623"/>
                      <a:pt x="622" y="684"/>
                    </a:cubicBezTo>
                    <a:cubicBezTo>
                      <a:pt x="652" y="703"/>
                      <a:pt x="686" y="711"/>
                      <a:pt x="721" y="711"/>
                    </a:cubicBezTo>
                    <a:cubicBezTo>
                      <a:pt x="787" y="711"/>
                      <a:pt x="853" y="681"/>
                      <a:pt x="892" y="623"/>
                    </a:cubicBezTo>
                    <a:cubicBezTo>
                      <a:pt x="953" y="527"/>
                      <a:pt x="926" y="405"/>
                      <a:pt x="832" y="344"/>
                    </a:cubicBezTo>
                    <a:cubicBezTo>
                      <a:pt x="796" y="328"/>
                      <a:pt x="752" y="317"/>
                      <a:pt x="708" y="317"/>
                    </a:cubicBezTo>
                    <a:close/>
                    <a:moveTo>
                      <a:pt x="1216" y="632"/>
                    </a:moveTo>
                    <a:cubicBezTo>
                      <a:pt x="1155" y="642"/>
                      <a:pt x="1094" y="667"/>
                      <a:pt x="1058" y="728"/>
                    </a:cubicBezTo>
                    <a:cubicBezTo>
                      <a:pt x="1006" y="816"/>
                      <a:pt x="1031" y="938"/>
                      <a:pt x="1119" y="999"/>
                    </a:cubicBezTo>
                    <a:cubicBezTo>
                      <a:pt x="1154" y="1022"/>
                      <a:pt x="1193" y="1033"/>
                      <a:pt x="1230" y="1033"/>
                    </a:cubicBezTo>
                    <a:cubicBezTo>
                      <a:pt x="1296" y="1033"/>
                      <a:pt x="1359" y="1000"/>
                      <a:pt x="1398" y="938"/>
                    </a:cubicBezTo>
                    <a:cubicBezTo>
                      <a:pt x="1451" y="842"/>
                      <a:pt x="1425" y="720"/>
                      <a:pt x="1337" y="667"/>
                    </a:cubicBezTo>
                    <a:cubicBezTo>
                      <a:pt x="1293" y="642"/>
                      <a:pt x="1251" y="632"/>
                      <a:pt x="1216" y="632"/>
                    </a:cubicBezTo>
                    <a:close/>
                    <a:moveTo>
                      <a:pt x="1713" y="947"/>
                    </a:moveTo>
                    <a:cubicBezTo>
                      <a:pt x="1652" y="957"/>
                      <a:pt x="1600" y="991"/>
                      <a:pt x="1566" y="1043"/>
                    </a:cubicBezTo>
                    <a:cubicBezTo>
                      <a:pt x="1503" y="1140"/>
                      <a:pt x="1530" y="1261"/>
                      <a:pt x="1627" y="1314"/>
                    </a:cubicBezTo>
                    <a:cubicBezTo>
                      <a:pt x="1662" y="1337"/>
                      <a:pt x="1701" y="1348"/>
                      <a:pt x="1738" y="1348"/>
                    </a:cubicBezTo>
                    <a:cubicBezTo>
                      <a:pt x="1803" y="1348"/>
                      <a:pt x="1864" y="1314"/>
                      <a:pt x="1898" y="1253"/>
                    </a:cubicBezTo>
                    <a:cubicBezTo>
                      <a:pt x="1959" y="1167"/>
                      <a:pt x="1933" y="1043"/>
                      <a:pt x="1837" y="982"/>
                    </a:cubicBezTo>
                    <a:cubicBezTo>
                      <a:pt x="1801" y="957"/>
                      <a:pt x="1757" y="947"/>
                      <a:pt x="1713" y="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4"/>
              <p:cNvSpPr/>
              <p:nvPr/>
            </p:nvSpPr>
            <p:spPr>
              <a:xfrm>
                <a:off x="7121402" y="2428029"/>
                <a:ext cx="559640" cy="21931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850" extrusionOk="0">
                    <a:moveTo>
                      <a:pt x="236" y="1"/>
                    </a:moveTo>
                    <a:cubicBezTo>
                      <a:pt x="142" y="1"/>
                      <a:pt x="53" y="64"/>
                      <a:pt x="37" y="150"/>
                    </a:cubicBezTo>
                    <a:cubicBezTo>
                      <a:pt x="1" y="255"/>
                      <a:pt x="70" y="368"/>
                      <a:pt x="175" y="395"/>
                    </a:cubicBezTo>
                    <a:cubicBezTo>
                      <a:pt x="191" y="399"/>
                      <a:pt x="207" y="401"/>
                      <a:pt x="223" y="401"/>
                    </a:cubicBezTo>
                    <a:cubicBezTo>
                      <a:pt x="310" y="401"/>
                      <a:pt x="389" y="344"/>
                      <a:pt x="412" y="255"/>
                    </a:cubicBezTo>
                    <a:cubicBezTo>
                      <a:pt x="446" y="150"/>
                      <a:pt x="377" y="37"/>
                      <a:pt x="272" y="11"/>
                    </a:cubicBezTo>
                    <a:cubicBezTo>
                      <a:pt x="263" y="11"/>
                      <a:pt x="247" y="1"/>
                      <a:pt x="236" y="1"/>
                    </a:cubicBezTo>
                    <a:close/>
                    <a:moveTo>
                      <a:pt x="789" y="157"/>
                    </a:moveTo>
                    <a:cubicBezTo>
                      <a:pt x="708" y="157"/>
                      <a:pt x="629" y="216"/>
                      <a:pt x="603" y="299"/>
                    </a:cubicBezTo>
                    <a:cubicBezTo>
                      <a:pt x="578" y="412"/>
                      <a:pt x="639" y="517"/>
                      <a:pt x="752" y="544"/>
                    </a:cubicBezTo>
                    <a:cubicBezTo>
                      <a:pt x="768" y="548"/>
                      <a:pt x="784" y="550"/>
                      <a:pt x="800" y="550"/>
                    </a:cubicBezTo>
                    <a:cubicBezTo>
                      <a:pt x="887" y="550"/>
                      <a:pt x="966" y="493"/>
                      <a:pt x="989" y="404"/>
                    </a:cubicBezTo>
                    <a:cubicBezTo>
                      <a:pt x="1015" y="299"/>
                      <a:pt x="954" y="186"/>
                      <a:pt x="849" y="158"/>
                    </a:cubicBezTo>
                    <a:lnTo>
                      <a:pt x="805" y="158"/>
                    </a:lnTo>
                    <a:cubicBezTo>
                      <a:pt x="799" y="158"/>
                      <a:pt x="794" y="157"/>
                      <a:pt x="789" y="157"/>
                    </a:cubicBezTo>
                    <a:close/>
                    <a:moveTo>
                      <a:pt x="1366" y="306"/>
                    </a:moveTo>
                    <a:cubicBezTo>
                      <a:pt x="1285" y="306"/>
                      <a:pt x="1206" y="366"/>
                      <a:pt x="1180" y="456"/>
                    </a:cubicBezTo>
                    <a:cubicBezTo>
                      <a:pt x="1155" y="561"/>
                      <a:pt x="1216" y="666"/>
                      <a:pt x="1321" y="693"/>
                    </a:cubicBezTo>
                    <a:cubicBezTo>
                      <a:pt x="1338" y="697"/>
                      <a:pt x="1355" y="699"/>
                      <a:pt x="1372" y="699"/>
                    </a:cubicBezTo>
                    <a:cubicBezTo>
                      <a:pt x="1464" y="699"/>
                      <a:pt x="1543" y="642"/>
                      <a:pt x="1567" y="553"/>
                    </a:cubicBezTo>
                    <a:cubicBezTo>
                      <a:pt x="1592" y="448"/>
                      <a:pt x="1531" y="343"/>
                      <a:pt x="1426" y="307"/>
                    </a:cubicBezTo>
                    <a:lnTo>
                      <a:pt x="1382" y="307"/>
                    </a:lnTo>
                    <a:cubicBezTo>
                      <a:pt x="1377" y="307"/>
                      <a:pt x="1371" y="306"/>
                      <a:pt x="1366" y="306"/>
                    </a:cubicBezTo>
                    <a:close/>
                    <a:moveTo>
                      <a:pt x="1941" y="455"/>
                    </a:moveTo>
                    <a:cubicBezTo>
                      <a:pt x="1853" y="455"/>
                      <a:pt x="1783" y="515"/>
                      <a:pt x="1758" y="605"/>
                    </a:cubicBezTo>
                    <a:cubicBezTo>
                      <a:pt x="1732" y="710"/>
                      <a:pt x="1793" y="815"/>
                      <a:pt x="1898" y="840"/>
                    </a:cubicBezTo>
                    <a:cubicBezTo>
                      <a:pt x="1917" y="847"/>
                      <a:pt x="1936" y="850"/>
                      <a:pt x="1955" y="850"/>
                    </a:cubicBezTo>
                    <a:cubicBezTo>
                      <a:pt x="2041" y="850"/>
                      <a:pt x="2121" y="788"/>
                      <a:pt x="2144" y="702"/>
                    </a:cubicBezTo>
                    <a:cubicBezTo>
                      <a:pt x="2169" y="597"/>
                      <a:pt x="2108" y="492"/>
                      <a:pt x="2003" y="465"/>
                    </a:cubicBezTo>
                    <a:cubicBezTo>
                      <a:pt x="1986" y="456"/>
                      <a:pt x="1967" y="456"/>
                      <a:pt x="1959" y="456"/>
                    </a:cubicBezTo>
                    <a:cubicBezTo>
                      <a:pt x="1953" y="456"/>
                      <a:pt x="1947" y="455"/>
                      <a:pt x="1941" y="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4"/>
              <p:cNvSpPr/>
              <p:nvPr/>
            </p:nvSpPr>
            <p:spPr>
              <a:xfrm>
                <a:off x="6792431" y="2890651"/>
                <a:ext cx="390122" cy="471914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1829" extrusionOk="0">
                    <a:moveTo>
                      <a:pt x="232" y="0"/>
                    </a:moveTo>
                    <a:cubicBezTo>
                      <a:pt x="224" y="0"/>
                      <a:pt x="217" y="1"/>
                      <a:pt x="210" y="2"/>
                    </a:cubicBezTo>
                    <a:cubicBezTo>
                      <a:pt x="174" y="2"/>
                      <a:pt x="139" y="19"/>
                      <a:pt x="105" y="36"/>
                    </a:cubicBezTo>
                    <a:cubicBezTo>
                      <a:pt x="17" y="107"/>
                      <a:pt x="0" y="229"/>
                      <a:pt x="69" y="317"/>
                    </a:cubicBezTo>
                    <a:cubicBezTo>
                      <a:pt x="106" y="369"/>
                      <a:pt x="164" y="396"/>
                      <a:pt x="224" y="396"/>
                    </a:cubicBezTo>
                    <a:cubicBezTo>
                      <a:pt x="264" y="396"/>
                      <a:pt x="305" y="384"/>
                      <a:pt x="340" y="359"/>
                    </a:cubicBezTo>
                    <a:cubicBezTo>
                      <a:pt x="428" y="290"/>
                      <a:pt x="445" y="168"/>
                      <a:pt x="384" y="80"/>
                    </a:cubicBezTo>
                    <a:cubicBezTo>
                      <a:pt x="345" y="34"/>
                      <a:pt x="287" y="0"/>
                      <a:pt x="232" y="0"/>
                    </a:cubicBezTo>
                    <a:close/>
                    <a:moveTo>
                      <a:pt x="567" y="474"/>
                    </a:moveTo>
                    <a:cubicBezTo>
                      <a:pt x="525" y="483"/>
                      <a:pt x="489" y="491"/>
                      <a:pt x="462" y="516"/>
                    </a:cubicBezTo>
                    <a:cubicBezTo>
                      <a:pt x="376" y="579"/>
                      <a:pt x="357" y="709"/>
                      <a:pt x="420" y="798"/>
                    </a:cubicBezTo>
                    <a:cubicBezTo>
                      <a:pt x="460" y="848"/>
                      <a:pt x="518" y="875"/>
                      <a:pt x="577" y="875"/>
                    </a:cubicBezTo>
                    <a:cubicBezTo>
                      <a:pt x="619" y="875"/>
                      <a:pt x="662" y="861"/>
                      <a:pt x="699" y="831"/>
                    </a:cubicBezTo>
                    <a:cubicBezTo>
                      <a:pt x="787" y="770"/>
                      <a:pt x="804" y="649"/>
                      <a:pt x="735" y="560"/>
                    </a:cubicBezTo>
                    <a:cubicBezTo>
                      <a:pt x="699" y="500"/>
                      <a:pt x="630" y="474"/>
                      <a:pt x="567" y="474"/>
                    </a:cubicBezTo>
                    <a:close/>
                    <a:moveTo>
                      <a:pt x="938" y="954"/>
                    </a:moveTo>
                    <a:cubicBezTo>
                      <a:pt x="931" y="954"/>
                      <a:pt x="924" y="954"/>
                      <a:pt x="917" y="955"/>
                    </a:cubicBezTo>
                    <a:cubicBezTo>
                      <a:pt x="881" y="955"/>
                      <a:pt x="848" y="972"/>
                      <a:pt x="812" y="989"/>
                    </a:cubicBezTo>
                    <a:cubicBezTo>
                      <a:pt x="724" y="1060"/>
                      <a:pt x="707" y="1182"/>
                      <a:pt x="777" y="1270"/>
                    </a:cubicBezTo>
                    <a:cubicBezTo>
                      <a:pt x="815" y="1322"/>
                      <a:pt x="874" y="1349"/>
                      <a:pt x="935" y="1349"/>
                    </a:cubicBezTo>
                    <a:cubicBezTo>
                      <a:pt x="975" y="1349"/>
                      <a:pt x="1015" y="1338"/>
                      <a:pt x="1049" y="1314"/>
                    </a:cubicBezTo>
                    <a:cubicBezTo>
                      <a:pt x="1135" y="1242"/>
                      <a:pt x="1163" y="1121"/>
                      <a:pt x="1091" y="1033"/>
                    </a:cubicBezTo>
                    <a:cubicBezTo>
                      <a:pt x="1054" y="986"/>
                      <a:pt x="999" y="954"/>
                      <a:pt x="938" y="954"/>
                    </a:cubicBezTo>
                    <a:close/>
                    <a:moveTo>
                      <a:pt x="1276" y="1427"/>
                    </a:moveTo>
                    <a:cubicBezTo>
                      <a:pt x="1240" y="1436"/>
                      <a:pt x="1207" y="1444"/>
                      <a:pt x="1171" y="1471"/>
                    </a:cubicBezTo>
                    <a:cubicBezTo>
                      <a:pt x="1083" y="1532"/>
                      <a:pt x="1066" y="1662"/>
                      <a:pt x="1127" y="1750"/>
                    </a:cubicBezTo>
                    <a:cubicBezTo>
                      <a:pt x="1167" y="1802"/>
                      <a:pt x="1226" y="1829"/>
                      <a:pt x="1285" y="1829"/>
                    </a:cubicBezTo>
                    <a:cubicBezTo>
                      <a:pt x="1328" y="1829"/>
                      <a:pt x="1370" y="1815"/>
                      <a:pt x="1406" y="1786"/>
                    </a:cubicBezTo>
                    <a:cubicBezTo>
                      <a:pt x="1494" y="1723"/>
                      <a:pt x="1511" y="1601"/>
                      <a:pt x="1450" y="1513"/>
                    </a:cubicBezTo>
                    <a:cubicBezTo>
                      <a:pt x="1406" y="1452"/>
                      <a:pt x="1337" y="1427"/>
                      <a:pt x="1276" y="14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7" name="Google Shape;777;p34"/>
          <p:cNvGrpSpPr/>
          <p:nvPr/>
        </p:nvGrpSpPr>
        <p:grpSpPr>
          <a:xfrm flipH="1">
            <a:off x="6806148" y="2326239"/>
            <a:ext cx="1296173" cy="1762033"/>
            <a:chOff x="3841236" y="2462345"/>
            <a:chExt cx="1450832" cy="1972277"/>
          </a:xfrm>
        </p:grpSpPr>
        <p:grpSp>
          <p:nvGrpSpPr>
            <p:cNvPr id="778" name="Google Shape;778;p34"/>
            <p:cNvGrpSpPr/>
            <p:nvPr/>
          </p:nvGrpSpPr>
          <p:grpSpPr>
            <a:xfrm>
              <a:off x="3841236" y="2462345"/>
              <a:ext cx="261888" cy="997496"/>
              <a:chOff x="3841236" y="2462345"/>
              <a:chExt cx="261888" cy="997496"/>
            </a:xfrm>
          </p:grpSpPr>
          <p:sp>
            <p:nvSpPr>
              <p:cNvPr id="779" name="Google Shape;779;p34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4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4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4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4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4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34"/>
            <p:cNvSpPr/>
            <p:nvPr/>
          </p:nvSpPr>
          <p:spPr>
            <a:xfrm>
              <a:off x="3942379" y="3533884"/>
              <a:ext cx="1349690" cy="900739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34"/>
          <p:cNvGrpSpPr/>
          <p:nvPr/>
        </p:nvGrpSpPr>
        <p:grpSpPr>
          <a:xfrm>
            <a:off x="3977569" y="1809238"/>
            <a:ext cx="1188861" cy="547513"/>
            <a:chOff x="5309609" y="708872"/>
            <a:chExt cx="1108185" cy="510359"/>
          </a:xfrm>
        </p:grpSpPr>
        <p:sp>
          <p:nvSpPr>
            <p:cNvPr id="787" name="Google Shape;787;p34"/>
            <p:cNvSpPr/>
            <p:nvPr/>
          </p:nvSpPr>
          <p:spPr>
            <a:xfrm>
              <a:off x="5377468" y="733899"/>
              <a:ext cx="959051" cy="440436"/>
            </a:xfrm>
            <a:custGeom>
              <a:avLst/>
              <a:gdLst/>
              <a:ahLst/>
              <a:cxnLst/>
              <a:rect l="l" t="t" r="r" b="b"/>
              <a:pathLst>
                <a:path w="3717" h="1707" extrusionOk="0">
                  <a:moveTo>
                    <a:pt x="3717" y="0"/>
                  </a:moveTo>
                  <a:lnTo>
                    <a:pt x="0" y="19"/>
                  </a:lnTo>
                  <a:lnTo>
                    <a:pt x="1864" y="1530"/>
                  </a:lnTo>
                  <a:lnTo>
                    <a:pt x="2240" y="1320"/>
                  </a:lnTo>
                  <a:lnTo>
                    <a:pt x="3165" y="1706"/>
                  </a:lnTo>
                  <a:lnTo>
                    <a:pt x="3262" y="569"/>
                  </a:lnTo>
                  <a:lnTo>
                    <a:pt x="3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6047795" y="1009460"/>
              <a:ext cx="159971" cy="155585"/>
            </a:xfrm>
            <a:custGeom>
              <a:avLst/>
              <a:gdLst/>
              <a:ahLst/>
              <a:cxnLst/>
              <a:rect l="l" t="t" r="r" b="b"/>
              <a:pathLst>
                <a:path w="620" h="603" extrusionOk="0">
                  <a:moveTo>
                    <a:pt x="620" y="0"/>
                  </a:moveTo>
                  <a:lnTo>
                    <a:pt x="586" y="462"/>
                  </a:lnTo>
                  <a:lnTo>
                    <a:pt x="603" y="445"/>
                  </a:lnTo>
                  <a:lnTo>
                    <a:pt x="620" y="0"/>
                  </a:lnTo>
                  <a:close/>
                  <a:moveTo>
                    <a:pt x="0" y="401"/>
                  </a:moveTo>
                  <a:lnTo>
                    <a:pt x="376" y="603"/>
                  </a:lnTo>
                  <a:lnTo>
                    <a:pt x="410" y="567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5790552" y="819819"/>
              <a:ext cx="422117" cy="336197"/>
            </a:xfrm>
            <a:custGeom>
              <a:avLst/>
              <a:gdLst/>
              <a:ahLst/>
              <a:cxnLst/>
              <a:rect l="l" t="t" r="r" b="b"/>
              <a:pathLst>
                <a:path w="1636" h="1303" extrusionOk="0">
                  <a:moveTo>
                    <a:pt x="87" y="1"/>
                  </a:moveTo>
                  <a:lnTo>
                    <a:pt x="1" y="123"/>
                  </a:lnTo>
                  <a:lnTo>
                    <a:pt x="1277" y="437"/>
                  </a:lnTo>
                  <a:lnTo>
                    <a:pt x="655" y="954"/>
                  </a:lnTo>
                  <a:lnTo>
                    <a:pt x="997" y="1136"/>
                  </a:lnTo>
                  <a:lnTo>
                    <a:pt x="1407" y="1302"/>
                  </a:lnTo>
                  <a:lnTo>
                    <a:pt x="1583" y="1197"/>
                  </a:lnTo>
                  <a:lnTo>
                    <a:pt x="1617" y="735"/>
                  </a:lnTo>
                  <a:lnTo>
                    <a:pt x="1635" y="228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5375145" y="711710"/>
              <a:ext cx="841911" cy="189643"/>
            </a:xfrm>
            <a:custGeom>
              <a:avLst/>
              <a:gdLst/>
              <a:ahLst/>
              <a:cxnLst/>
              <a:rect l="l" t="t" r="r" b="b"/>
              <a:pathLst>
                <a:path w="3263" h="735" extrusionOk="0">
                  <a:moveTo>
                    <a:pt x="37" y="0"/>
                  </a:moveTo>
                  <a:lnTo>
                    <a:pt x="1" y="191"/>
                  </a:lnTo>
                  <a:lnTo>
                    <a:pt x="3237" y="735"/>
                  </a:lnTo>
                  <a:lnTo>
                    <a:pt x="3262" y="55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5309609" y="708872"/>
              <a:ext cx="1108185" cy="510359"/>
            </a:xfrm>
            <a:custGeom>
              <a:avLst/>
              <a:gdLst/>
              <a:ahLst/>
              <a:cxnLst/>
              <a:rect l="l" t="t" r="r" b="b"/>
              <a:pathLst>
                <a:path w="4295" h="1978" extrusionOk="0">
                  <a:moveTo>
                    <a:pt x="3831" y="194"/>
                  </a:moveTo>
                  <a:lnTo>
                    <a:pt x="3411" y="614"/>
                  </a:lnTo>
                  <a:lnTo>
                    <a:pt x="3376" y="1690"/>
                  </a:lnTo>
                  <a:lnTo>
                    <a:pt x="2685" y="1365"/>
                  </a:lnTo>
                  <a:lnTo>
                    <a:pt x="3201" y="937"/>
                  </a:lnTo>
                  <a:lnTo>
                    <a:pt x="3080" y="788"/>
                  </a:lnTo>
                  <a:lnTo>
                    <a:pt x="2188" y="1533"/>
                  </a:lnTo>
                  <a:lnTo>
                    <a:pt x="534" y="202"/>
                  </a:lnTo>
                  <a:lnTo>
                    <a:pt x="3831" y="194"/>
                  </a:lnTo>
                  <a:close/>
                  <a:moveTo>
                    <a:pt x="4295" y="1"/>
                  </a:moveTo>
                  <a:lnTo>
                    <a:pt x="1" y="11"/>
                  </a:lnTo>
                  <a:lnTo>
                    <a:pt x="2196" y="1785"/>
                  </a:lnTo>
                  <a:lnTo>
                    <a:pt x="2519" y="1505"/>
                  </a:lnTo>
                  <a:lnTo>
                    <a:pt x="3560" y="1978"/>
                  </a:lnTo>
                  <a:lnTo>
                    <a:pt x="3596" y="693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5400173" y="720225"/>
              <a:ext cx="825914" cy="465464"/>
            </a:xfrm>
            <a:custGeom>
              <a:avLst/>
              <a:gdLst/>
              <a:ahLst/>
              <a:cxnLst/>
              <a:rect l="l" t="t" r="r" b="b"/>
              <a:pathLst>
                <a:path w="3201" h="1804" extrusionOk="0">
                  <a:moveTo>
                    <a:pt x="45" y="1"/>
                  </a:moveTo>
                  <a:lnTo>
                    <a:pt x="0" y="185"/>
                  </a:lnTo>
                  <a:lnTo>
                    <a:pt x="2710" y="901"/>
                  </a:lnTo>
                  <a:lnTo>
                    <a:pt x="3025" y="1803"/>
                  </a:lnTo>
                  <a:lnTo>
                    <a:pt x="3201" y="1741"/>
                  </a:lnTo>
                  <a:lnTo>
                    <a:pt x="2859" y="744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3" name="Google Shape;793;p34"/>
          <p:cNvSpPr/>
          <p:nvPr/>
        </p:nvSpPr>
        <p:spPr>
          <a:xfrm>
            <a:off x="6034421" y="3319209"/>
            <a:ext cx="495756" cy="436108"/>
          </a:xfrm>
          <a:custGeom>
            <a:avLst/>
            <a:gdLst/>
            <a:ahLst/>
            <a:cxnLst/>
            <a:rect l="l" t="t" r="r" b="b"/>
            <a:pathLst>
              <a:path w="2544" h="2238" extrusionOk="0">
                <a:moveTo>
                  <a:pt x="630" y="0"/>
                </a:moveTo>
                <a:cubicBezTo>
                  <a:pt x="280" y="0"/>
                  <a:pt x="0" y="280"/>
                  <a:pt x="0" y="638"/>
                </a:cubicBezTo>
                <a:cubicBezTo>
                  <a:pt x="0" y="777"/>
                  <a:pt x="45" y="917"/>
                  <a:pt x="122" y="1022"/>
                </a:cubicBezTo>
                <a:cubicBezTo>
                  <a:pt x="246" y="1171"/>
                  <a:pt x="1268" y="2238"/>
                  <a:pt x="1268" y="2238"/>
                </a:cubicBezTo>
                <a:cubicBezTo>
                  <a:pt x="1268" y="2238"/>
                  <a:pt x="2301" y="1171"/>
                  <a:pt x="2414" y="1022"/>
                </a:cubicBezTo>
                <a:cubicBezTo>
                  <a:pt x="2492" y="917"/>
                  <a:pt x="2544" y="777"/>
                  <a:pt x="2544" y="638"/>
                </a:cubicBezTo>
                <a:cubicBezTo>
                  <a:pt x="2544" y="280"/>
                  <a:pt x="2256" y="0"/>
                  <a:pt x="1906" y="0"/>
                </a:cubicBezTo>
                <a:cubicBezTo>
                  <a:pt x="1558" y="0"/>
                  <a:pt x="1268" y="280"/>
                  <a:pt x="1268" y="638"/>
                </a:cubicBezTo>
                <a:cubicBezTo>
                  <a:pt x="1268" y="280"/>
                  <a:pt x="989" y="0"/>
                  <a:pt x="6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7278325" y="1778749"/>
            <a:ext cx="436113" cy="436113"/>
          </a:xfrm>
          <a:custGeom>
            <a:avLst/>
            <a:gdLst/>
            <a:ahLst/>
            <a:cxnLst/>
            <a:rect l="l" t="t" r="r" b="b"/>
            <a:pathLst>
              <a:path w="3674" h="3674" extrusionOk="0">
                <a:moveTo>
                  <a:pt x="1845" y="1160"/>
                </a:moveTo>
                <a:cubicBezTo>
                  <a:pt x="1921" y="1160"/>
                  <a:pt x="1998" y="1173"/>
                  <a:pt x="2074" y="1199"/>
                </a:cubicBezTo>
                <a:cubicBezTo>
                  <a:pt x="2450" y="1323"/>
                  <a:pt x="2660" y="1724"/>
                  <a:pt x="2536" y="2099"/>
                </a:cubicBezTo>
                <a:cubicBezTo>
                  <a:pt x="2432" y="2400"/>
                  <a:pt x="2156" y="2595"/>
                  <a:pt x="1858" y="2595"/>
                </a:cubicBezTo>
                <a:cubicBezTo>
                  <a:pt x="1781" y="2595"/>
                  <a:pt x="1704" y="2582"/>
                  <a:pt x="1627" y="2555"/>
                </a:cubicBezTo>
                <a:cubicBezTo>
                  <a:pt x="1251" y="2433"/>
                  <a:pt x="1050" y="2030"/>
                  <a:pt x="1172" y="1655"/>
                </a:cubicBezTo>
                <a:cubicBezTo>
                  <a:pt x="1270" y="1355"/>
                  <a:pt x="1546" y="1160"/>
                  <a:pt x="1845" y="1160"/>
                </a:cubicBezTo>
                <a:close/>
                <a:moveTo>
                  <a:pt x="2168" y="1"/>
                </a:moveTo>
                <a:lnTo>
                  <a:pt x="1906" y="395"/>
                </a:lnTo>
                <a:cubicBezTo>
                  <a:pt x="1888" y="394"/>
                  <a:pt x="1869" y="393"/>
                  <a:pt x="1850" y="393"/>
                </a:cubicBezTo>
                <a:cubicBezTo>
                  <a:pt x="1762" y="393"/>
                  <a:pt x="1671" y="409"/>
                  <a:pt x="1591" y="431"/>
                </a:cubicBezTo>
                <a:lnTo>
                  <a:pt x="1287" y="106"/>
                </a:lnTo>
                <a:lnTo>
                  <a:pt x="771" y="368"/>
                </a:lnTo>
                <a:lnTo>
                  <a:pt x="848" y="807"/>
                </a:lnTo>
                <a:cubicBezTo>
                  <a:pt x="779" y="876"/>
                  <a:pt x="699" y="956"/>
                  <a:pt x="639" y="1042"/>
                </a:cubicBezTo>
                <a:lnTo>
                  <a:pt x="185" y="1025"/>
                </a:lnTo>
                <a:lnTo>
                  <a:pt x="1" y="1575"/>
                </a:lnTo>
                <a:lnTo>
                  <a:pt x="376" y="1829"/>
                </a:lnTo>
                <a:cubicBezTo>
                  <a:pt x="376" y="1934"/>
                  <a:pt x="385" y="2039"/>
                  <a:pt x="403" y="2143"/>
                </a:cubicBezTo>
                <a:lnTo>
                  <a:pt x="80" y="2450"/>
                </a:lnTo>
                <a:lnTo>
                  <a:pt x="343" y="2958"/>
                </a:lnTo>
                <a:lnTo>
                  <a:pt x="779" y="2878"/>
                </a:lnTo>
                <a:cubicBezTo>
                  <a:pt x="848" y="2958"/>
                  <a:pt x="937" y="3010"/>
                  <a:pt x="1025" y="3071"/>
                </a:cubicBezTo>
                <a:lnTo>
                  <a:pt x="1014" y="3499"/>
                </a:lnTo>
                <a:lnTo>
                  <a:pt x="1566" y="3673"/>
                </a:lnTo>
                <a:lnTo>
                  <a:pt x="1812" y="3325"/>
                </a:lnTo>
                <a:cubicBezTo>
                  <a:pt x="1852" y="3325"/>
                  <a:pt x="1892" y="3326"/>
                  <a:pt x="1932" y="3326"/>
                </a:cubicBezTo>
                <a:cubicBezTo>
                  <a:pt x="1997" y="3326"/>
                  <a:pt x="2061" y="3323"/>
                  <a:pt x="2126" y="3306"/>
                </a:cubicBezTo>
                <a:lnTo>
                  <a:pt x="2422" y="3640"/>
                </a:lnTo>
                <a:lnTo>
                  <a:pt x="2939" y="3386"/>
                </a:lnTo>
                <a:lnTo>
                  <a:pt x="2850" y="2949"/>
                </a:lnTo>
                <a:cubicBezTo>
                  <a:pt x="2930" y="2878"/>
                  <a:pt x="2991" y="2792"/>
                  <a:pt x="3052" y="2704"/>
                </a:cubicBezTo>
                <a:lnTo>
                  <a:pt x="3491" y="2721"/>
                </a:lnTo>
                <a:lnTo>
                  <a:pt x="3673" y="2171"/>
                </a:lnTo>
                <a:lnTo>
                  <a:pt x="3306" y="1925"/>
                </a:lnTo>
                <a:cubicBezTo>
                  <a:pt x="3314" y="1820"/>
                  <a:pt x="3306" y="1715"/>
                  <a:pt x="3289" y="1610"/>
                </a:cubicBezTo>
                <a:lnTo>
                  <a:pt x="3621" y="1304"/>
                </a:lnTo>
                <a:lnTo>
                  <a:pt x="3358" y="798"/>
                </a:lnTo>
                <a:lnTo>
                  <a:pt x="2922" y="876"/>
                </a:lnTo>
                <a:cubicBezTo>
                  <a:pt x="2850" y="798"/>
                  <a:pt x="2781" y="710"/>
                  <a:pt x="2685" y="649"/>
                </a:cubicBezTo>
                <a:lnTo>
                  <a:pt x="2712" y="185"/>
                </a:lnTo>
                <a:lnTo>
                  <a:pt x="21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34"/>
          <p:cNvGrpSpPr/>
          <p:nvPr/>
        </p:nvGrpSpPr>
        <p:grpSpPr>
          <a:xfrm>
            <a:off x="4881580" y="742527"/>
            <a:ext cx="133260" cy="129152"/>
            <a:chOff x="3739723" y="2282290"/>
            <a:chExt cx="690824" cy="669530"/>
          </a:xfrm>
        </p:grpSpPr>
        <p:sp>
          <p:nvSpPr>
            <p:cNvPr id="796" name="Google Shape;796;p34"/>
            <p:cNvSpPr/>
            <p:nvPr/>
          </p:nvSpPr>
          <p:spPr>
            <a:xfrm>
              <a:off x="4027442" y="2698022"/>
              <a:ext cx="115137" cy="253798"/>
            </a:xfrm>
            <a:custGeom>
              <a:avLst/>
              <a:gdLst/>
              <a:ahLst/>
              <a:cxnLst/>
              <a:rect l="l" t="t" r="r" b="b"/>
              <a:pathLst>
                <a:path w="465" h="1025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20"/>
                    <a:pt x="106" y="1025"/>
                    <a:pt x="236" y="1025"/>
                  </a:cubicBezTo>
                  <a:cubicBezTo>
                    <a:pt x="360" y="1025"/>
                    <a:pt x="465" y="92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3739723" y="2564067"/>
              <a:ext cx="251074" cy="117118"/>
            </a:xfrm>
            <a:custGeom>
              <a:avLst/>
              <a:gdLst/>
              <a:ahLst/>
              <a:cxnLst/>
              <a:rect l="l" t="t" r="r" b="b"/>
              <a:pathLst>
                <a:path w="1014" h="473" extrusionOk="0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8"/>
                    <a:pt x="105" y="473"/>
                    <a:pt x="235" y="473"/>
                  </a:cubicBezTo>
                  <a:lnTo>
                    <a:pt x="777" y="473"/>
                  </a:lnTo>
                  <a:cubicBezTo>
                    <a:pt x="909" y="473"/>
                    <a:pt x="1014" y="368"/>
                    <a:pt x="1014" y="235"/>
                  </a:cubicBezTo>
                  <a:cubicBezTo>
                    <a:pt x="1014" y="105"/>
                    <a:pt x="909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027442" y="2282290"/>
              <a:ext cx="115137" cy="254045"/>
            </a:xfrm>
            <a:custGeom>
              <a:avLst/>
              <a:gdLst/>
              <a:ahLst/>
              <a:cxnLst/>
              <a:rect l="l" t="t" r="r" b="b"/>
              <a:pathLst>
                <a:path w="465" h="1026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10"/>
                    <a:pt x="106" y="1025"/>
                    <a:pt x="236" y="1025"/>
                  </a:cubicBezTo>
                  <a:cubicBezTo>
                    <a:pt x="360" y="1025"/>
                    <a:pt x="465" y="91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4178730" y="2553172"/>
              <a:ext cx="251817" cy="117118"/>
            </a:xfrm>
            <a:custGeom>
              <a:avLst/>
              <a:gdLst/>
              <a:ahLst/>
              <a:cxnLst/>
              <a:rect l="l" t="t" r="r" b="b"/>
              <a:pathLst>
                <a:path w="1017" h="473" extrusionOk="0">
                  <a:moveTo>
                    <a:pt x="238" y="0"/>
                  </a:moveTo>
                  <a:cubicBezTo>
                    <a:pt x="106" y="0"/>
                    <a:pt x="1" y="105"/>
                    <a:pt x="1" y="235"/>
                  </a:cubicBezTo>
                  <a:cubicBezTo>
                    <a:pt x="1" y="368"/>
                    <a:pt x="106" y="473"/>
                    <a:pt x="238" y="473"/>
                  </a:cubicBezTo>
                  <a:lnTo>
                    <a:pt x="788" y="473"/>
                  </a:lnTo>
                  <a:cubicBezTo>
                    <a:pt x="911" y="473"/>
                    <a:pt x="1016" y="368"/>
                    <a:pt x="1016" y="235"/>
                  </a:cubicBezTo>
                  <a:cubicBezTo>
                    <a:pt x="1016" y="105"/>
                    <a:pt x="911" y="0"/>
                    <a:pt x="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34"/>
          <p:cNvGrpSpPr/>
          <p:nvPr/>
        </p:nvGrpSpPr>
        <p:grpSpPr>
          <a:xfrm>
            <a:off x="6806162" y="4226357"/>
            <a:ext cx="133260" cy="129152"/>
            <a:chOff x="3739723" y="2282290"/>
            <a:chExt cx="690824" cy="669530"/>
          </a:xfrm>
        </p:grpSpPr>
        <p:sp>
          <p:nvSpPr>
            <p:cNvPr id="801" name="Google Shape;801;p34"/>
            <p:cNvSpPr/>
            <p:nvPr/>
          </p:nvSpPr>
          <p:spPr>
            <a:xfrm>
              <a:off x="4027442" y="2698022"/>
              <a:ext cx="115137" cy="253798"/>
            </a:xfrm>
            <a:custGeom>
              <a:avLst/>
              <a:gdLst/>
              <a:ahLst/>
              <a:cxnLst/>
              <a:rect l="l" t="t" r="r" b="b"/>
              <a:pathLst>
                <a:path w="465" h="1025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20"/>
                    <a:pt x="106" y="1025"/>
                    <a:pt x="236" y="1025"/>
                  </a:cubicBezTo>
                  <a:cubicBezTo>
                    <a:pt x="360" y="1025"/>
                    <a:pt x="465" y="92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3739723" y="2564067"/>
              <a:ext cx="251074" cy="117118"/>
            </a:xfrm>
            <a:custGeom>
              <a:avLst/>
              <a:gdLst/>
              <a:ahLst/>
              <a:cxnLst/>
              <a:rect l="l" t="t" r="r" b="b"/>
              <a:pathLst>
                <a:path w="1014" h="473" extrusionOk="0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8"/>
                    <a:pt x="105" y="473"/>
                    <a:pt x="235" y="473"/>
                  </a:cubicBezTo>
                  <a:lnTo>
                    <a:pt x="777" y="473"/>
                  </a:lnTo>
                  <a:cubicBezTo>
                    <a:pt x="909" y="473"/>
                    <a:pt x="1014" y="368"/>
                    <a:pt x="1014" y="235"/>
                  </a:cubicBezTo>
                  <a:cubicBezTo>
                    <a:pt x="1014" y="105"/>
                    <a:pt x="909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4027442" y="2282290"/>
              <a:ext cx="115137" cy="254045"/>
            </a:xfrm>
            <a:custGeom>
              <a:avLst/>
              <a:gdLst/>
              <a:ahLst/>
              <a:cxnLst/>
              <a:rect l="l" t="t" r="r" b="b"/>
              <a:pathLst>
                <a:path w="465" h="1026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10"/>
                    <a:pt x="106" y="1025"/>
                    <a:pt x="236" y="1025"/>
                  </a:cubicBezTo>
                  <a:cubicBezTo>
                    <a:pt x="360" y="1025"/>
                    <a:pt x="465" y="91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4178730" y="2553172"/>
              <a:ext cx="251817" cy="117118"/>
            </a:xfrm>
            <a:custGeom>
              <a:avLst/>
              <a:gdLst/>
              <a:ahLst/>
              <a:cxnLst/>
              <a:rect l="l" t="t" r="r" b="b"/>
              <a:pathLst>
                <a:path w="1017" h="473" extrusionOk="0">
                  <a:moveTo>
                    <a:pt x="238" y="0"/>
                  </a:moveTo>
                  <a:cubicBezTo>
                    <a:pt x="106" y="0"/>
                    <a:pt x="1" y="105"/>
                    <a:pt x="1" y="235"/>
                  </a:cubicBezTo>
                  <a:cubicBezTo>
                    <a:pt x="1" y="368"/>
                    <a:pt x="106" y="473"/>
                    <a:pt x="238" y="473"/>
                  </a:cubicBezTo>
                  <a:lnTo>
                    <a:pt x="788" y="473"/>
                  </a:lnTo>
                  <a:cubicBezTo>
                    <a:pt x="911" y="473"/>
                    <a:pt x="1016" y="368"/>
                    <a:pt x="1016" y="235"/>
                  </a:cubicBezTo>
                  <a:cubicBezTo>
                    <a:pt x="1016" y="105"/>
                    <a:pt x="911" y="0"/>
                    <a:pt x="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5" name="Google Shape;805;p34"/>
          <p:cNvSpPr/>
          <p:nvPr/>
        </p:nvSpPr>
        <p:spPr>
          <a:xfrm>
            <a:off x="7964849" y="2089490"/>
            <a:ext cx="306603" cy="24885"/>
          </a:xfrm>
          <a:custGeom>
            <a:avLst/>
            <a:gdLst/>
            <a:ahLst/>
            <a:cxnLst/>
            <a:rect l="l" t="t" r="r" b="b"/>
            <a:pathLst>
              <a:path w="4189" h="340" extrusionOk="0">
                <a:moveTo>
                  <a:pt x="166" y="0"/>
                </a:moveTo>
                <a:cubicBezTo>
                  <a:pt x="80" y="0"/>
                  <a:pt x="0" y="78"/>
                  <a:pt x="0" y="166"/>
                </a:cubicBezTo>
                <a:cubicBezTo>
                  <a:pt x="0" y="262"/>
                  <a:pt x="80" y="340"/>
                  <a:pt x="166" y="340"/>
                </a:cubicBezTo>
                <a:lnTo>
                  <a:pt x="657" y="340"/>
                </a:lnTo>
                <a:cubicBezTo>
                  <a:pt x="743" y="340"/>
                  <a:pt x="823" y="262"/>
                  <a:pt x="823" y="166"/>
                </a:cubicBezTo>
                <a:cubicBezTo>
                  <a:pt x="823" y="78"/>
                  <a:pt x="743" y="0"/>
                  <a:pt x="657" y="0"/>
                </a:cubicBezTo>
                <a:close/>
                <a:moveTo>
                  <a:pt x="1496" y="0"/>
                </a:moveTo>
                <a:cubicBezTo>
                  <a:pt x="1400" y="0"/>
                  <a:pt x="1329" y="78"/>
                  <a:pt x="1329" y="166"/>
                </a:cubicBezTo>
                <a:cubicBezTo>
                  <a:pt x="1329" y="262"/>
                  <a:pt x="1400" y="340"/>
                  <a:pt x="1496" y="340"/>
                </a:cubicBezTo>
                <a:lnTo>
                  <a:pt x="2336" y="340"/>
                </a:lnTo>
                <a:cubicBezTo>
                  <a:pt x="2430" y="340"/>
                  <a:pt x="2510" y="262"/>
                  <a:pt x="2510" y="166"/>
                </a:cubicBezTo>
                <a:cubicBezTo>
                  <a:pt x="2510" y="78"/>
                  <a:pt x="2430" y="0"/>
                  <a:pt x="2336" y="0"/>
                </a:cubicBezTo>
                <a:close/>
                <a:moveTo>
                  <a:pt x="3184" y="0"/>
                </a:moveTo>
                <a:cubicBezTo>
                  <a:pt x="3087" y="0"/>
                  <a:pt x="3007" y="78"/>
                  <a:pt x="3007" y="166"/>
                </a:cubicBezTo>
                <a:cubicBezTo>
                  <a:pt x="3007" y="262"/>
                  <a:pt x="3087" y="340"/>
                  <a:pt x="3184" y="340"/>
                </a:cubicBezTo>
                <a:lnTo>
                  <a:pt x="4023" y="340"/>
                </a:lnTo>
                <a:cubicBezTo>
                  <a:pt x="4120" y="340"/>
                  <a:pt x="4189" y="262"/>
                  <a:pt x="4189" y="166"/>
                </a:cubicBezTo>
                <a:cubicBezTo>
                  <a:pt x="4189" y="78"/>
                  <a:pt x="4120" y="0"/>
                  <a:pt x="40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6" name="Google Shape;806;p34"/>
          <p:cNvGrpSpPr/>
          <p:nvPr/>
        </p:nvGrpSpPr>
        <p:grpSpPr>
          <a:xfrm rot="10800000">
            <a:off x="5745911" y="850355"/>
            <a:ext cx="371307" cy="91637"/>
            <a:chOff x="4241622" y="1303995"/>
            <a:chExt cx="1256112" cy="310004"/>
          </a:xfrm>
        </p:grpSpPr>
        <p:sp>
          <p:nvSpPr>
            <p:cNvPr id="807" name="Google Shape;807;p34"/>
            <p:cNvSpPr/>
            <p:nvPr/>
          </p:nvSpPr>
          <p:spPr>
            <a:xfrm>
              <a:off x="4644479" y="1305976"/>
              <a:ext cx="853255" cy="67349"/>
            </a:xfrm>
            <a:custGeom>
              <a:avLst/>
              <a:gdLst/>
              <a:ahLst/>
              <a:cxnLst/>
              <a:rect l="l" t="t" r="r" b="b"/>
              <a:pathLst>
                <a:path w="3446" h="272" extrusionOk="0">
                  <a:moveTo>
                    <a:pt x="141" y="1"/>
                  </a:moveTo>
                  <a:cubicBezTo>
                    <a:pt x="61" y="1"/>
                    <a:pt x="0" y="62"/>
                    <a:pt x="0" y="131"/>
                  </a:cubicBezTo>
                  <a:cubicBezTo>
                    <a:pt x="0" y="211"/>
                    <a:pt x="61" y="271"/>
                    <a:pt x="141" y="271"/>
                  </a:cubicBezTo>
                  <a:lnTo>
                    <a:pt x="3305" y="271"/>
                  </a:lnTo>
                  <a:cubicBezTo>
                    <a:pt x="3385" y="271"/>
                    <a:pt x="3446" y="211"/>
                    <a:pt x="3446" y="131"/>
                  </a:cubicBezTo>
                  <a:cubicBezTo>
                    <a:pt x="3446" y="62"/>
                    <a:pt x="3385" y="1"/>
                    <a:pt x="3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4241622" y="1303995"/>
              <a:ext cx="221113" cy="69330"/>
            </a:xfrm>
            <a:custGeom>
              <a:avLst/>
              <a:gdLst/>
              <a:ahLst/>
              <a:cxnLst/>
              <a:rect l="l" t="t" r="r" b="b"/>
              <a:pathLst>
                <a:path w="893" h="280" extrusionOk="0">
                  <a:moveTo>
                    <a:pt x="133" y="0"/>
                  </a:moveTo>
                  <a:cubicBezTo>
                    <a:pt x="61" y="0"/>
                    <a:pt x="1" y="70"/>
                    <a:pt x="1" y="139"/>
                  </a:cubicBezTo>
                  <a:cubicBezTo>
                    <a:pt x="1" y="219"/>
                    <a:pt x="61" y="279"/>
                    <a:pt x="133" y="279"/>
                  </a:cubicBezTo>
                  <a:lnTo>
                    <a:pt x="754" y="279"/>
                  </a:lnTo>
                  <a:cubicBezTo>
                    <a:pt x="832" y="279"/>
                    <a:pt x="892" y="219"/>
                    <a:pt x="892" y="139"/>
                  </a:cubicBezTo>
                  <a:cubicBezTo>
                    <a:pt x="892" y="70"/>
                    <a:pt x="832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4241622" y="1543926"/>
              <a:ext cx="853503" cy="70073"/>
            </a:xfrm>
            <a:custGeom>
              <a:avLst/>
              <a:gdLst/>
              <a:ahLst/>
              <a:cxnLst/>
              <a:rect l="l" t="t" r="r" b="b"/>
              <a:pathLst>
                <a:path w="3447" h="283" extrusionOk="0">
                  <a:moveTo>
                    <a:pt x="133" y="1"/>
                  </a:moveTo>
                  <a:cubicBezTo>
                    <a:pt x="61" y="1"/>
                    <a:pt x="1" y="62"/>
                    <a:pt x="1" y="141"/>
                  </a:cubicBezTo>
                  <a:cubicBezTo>
                    <a:pt x="1" y="219"/>
                    <a:pt x="61" y="282"/>
                    <a:pt x="133" y="282"/>
                  </a:cubicBezTo>
                  <a:lnTo>
                    <a:pt x="832" y="282"/>
                  </a:lnTo>
                  <a:cubicBezTo>
                    <a:pt x="901" y="282"/>
                    <a:pt x="972" y="219"/>
                    <a:pt x="972" y="141"/>
                  </a:cubicBezTo>
                  <a:cubicBezTo>
                    <a:pt x="972" y="62"/>
                    <a:pt x="901" y="1"/>
                    <a:pt x="832" y="1"/>
                  </a:cubicBezTo>
                  <a:close/>
                  <a:moveTo>
                    <a:pt x="1522" y="1"/>
                  </a:moveTo>
                  <a:cubicBezTo>
                    <a:pt x="1444" y="1"/>
                    <a:pt x="1384" y="62"/>
                    <a:pt x="1384" y="141"/>
                  </a:cubicBezTo>
                  <a:cubicBezTo>
                    <a:pt x="1384" y="219"/>
                    <a:pt x="1444" y="282"/>
                    <a:pt x="1522" y="282"/>
                  </a:cubicBezTo>
                  <a:lnTo>
                    <a:pt x="2213" y="282"/>
                  </a:lnTo>
                  <a:cubicBezTo>
                    <a:pt x="2292" y="282"/>
                    <a:pt x="2353" y="219"/>
                    <a:pt x="2353" y="141"/>
                  </a:cubicBezTo>
                  <a:cubicBezTo>
                    <a:pt x="2353" y="62"/>
                    <a:pt x="2292" y="1"/>
                    <a:pt x="2213" y="1"/>
                  </a:cubicBezTo>
                  <a:close/>
                  <a:moveTo>
                    <a:pt x="2913" y="1"/>
                  </a:moveTo>
                  <a:cubicBezTo>
                    <a:pt x="2834" y="1"/>
                    <a:pt x="2773" y="62"/>
                    <a:pt x="2773" y="141"/>
                  </a:cubicBezTo>
                  <a:cubicBezTo>
                    <a:pt x="2773" y="219"/>
                    <a:pt x="2834" y="282"/>
                    <a:pt x="2913" y="282"/>
                  </a:cubicBezTo>
                  <a:lnTo>
                    <a:pt x="3306" y="282"/>
                  </a:lnTo>
                  <a:cubicBezTo>
                    <a:pt x="3386" y="282"/>
                    <a:pt x="3447" y="219"/>
                    <a:pt x="3447" y="141"/>
                  </a:cubicBezTo>
                  <a:cubicBezTo>
                    <a:pt x="3447" y="62"/>
                    <a:pt x="3386" y="1"/>
                    <a:pt x="3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0" name="Google Shape;810;p34"/>
          <p:cNvSpPr/>
          <p:nvPr/>
        </p:nvSpPr>
        <p:spPr>
          <a:xfrm>
            <a:off x="4881559" y="3294319"/>
            <a:ext cx="306603" cy="24885"/>
          </a:xfrm>
          <a:custGeom>
            <a:avLst/>
            <a:gdLst/>
            <a:ahLst/>
            <a:cxnLst/>
            <a:rect l="l" t="t" r="r" b="b"/>
            <a:pathLst>
              <a:path w="4189" h="340" extrusionOk="0">
                <a:moveTo>
                  <a:pt x="166" y="0"/>
                </a:moveTo>
                <a:cubicBezTo>
                  <a:pt x="80" y="0"/>
                  <a:pt x="0" y="78"/>
                  <a:pt x="0" y="166"/>
                </a:cubicBezTo>
                <a:cubicBezTo>
                  <a:pt x="0" y="262"/>
                  <a:pt x="80" y="340"/>
                  <a:pt x="166" y="340"/>
                </a:cubicBezTo>
                <a:lnTo>
                  <a:pt x="657" y="340"/>
                </a:lnTo>
                <a:cubicBezTo>
                  <a:pt x="743" y="340"/>
                  <a:pt x="823" y="262"/>
                  <a:pt x="823" y="166"/>
                </a:cubicBezTo>
                <a:cubicBezTo>
                  <a:pt x="823" y="78"/>
                  <a:pt x="743" y="0"/>
                  <a:pt x="657" y="0"/>
                </a:cubicBezTo>
                <a:close/>
                <a:moveTo>
                  <a:pt x="1496" y="0"/>
                </a:moveTo>
                <a:cubicBezTo>
                  <a:pt x="1400" y="0"/>
                  <a:pt x="1329" y="78"/>
                  <a:pt x="1329" y="166"/>
                </a:cubicBezTo>
                <a:cubicBezTo>
                  <a:pt x="1329" y="262"/>
                  <a:pt x="1400" y="340"/>
                  <a:pt x="1496" y="340"/>
                </a:cubicBezTo>
                <a:lnTo>
                  <a:pt x="2336" y="340"/>
                </a:lnTo>
                <a:cubicBezTo>
                  <a:pt x="2430" y="340"/>
                  <a:pt x="2510" y="262"/>
                  <a:pt x="2510" y="166"/>
                </a:cubicBezTo>
                <a:cubicBezTo>
                  <a:pt x="2510" y="78"/>
                  <a:pt x="2430" y="0"/>
                  <a:pt x="2336" y="0"/>
                </a:cubicBezTo>
                <a:close/>
                <a:moveTo>
                  <a:pt x="3184" y="0"/>
                </a:moveTo>
                <a:cubicBezTo>
                  <a:pt x="3087" y="0"/>
                  <a:pt x="3007" y="78"/>
                  <a:pt x="3007" y="166"/>
                </a:cubicBezTo>
                <a:cubicBezTo>
                  <a:pt x="3007" y="262"/>
                  <a:pt x="3087" y="340"/>
                  <a:pt x="3184" y="340"/>
                </a:cubicBezTo>
                <a:lnTo>
                  <a:pt x="4023" y="340"/>
                </a:lnTo>
                <a:cubicBezTo>
                  <a:pt x="4120" y="340"/>
                  <a:pt x="4189" y="262"/>
                  <a:pt x="4189" y="166"/>
                </a:cubicBezTo>
                <a:cubicBezTo>
                  <a:pt x="4189" y="78"/>
                  <a:pt x="4120" y="0"/>
                  <a:pt x="40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4743161" y="134575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7598262" y="91080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34"/>
          <p:cNvGrpSpPr/>
          <p:nvPr/>
        </p:nvGrpSpPr>
        <p:grpSpPr>
          <a:xfrm>
            <a:off x="6274207" y="327245"/>
            <a:ext cx="1036471" cy="1137866"/>
            <a:chOff x="3758022" y="3565669"/>
            <a:chExt cx="922784" cy="1013058"/>
          </a:xfrm>
        </p:grpSpPr>
        <p:sp>
          <p:nvSpPr>
            <p:cNvPr id="814" name="Google Shape;814;p34"/>
            <p:cNvSpPr/>
            <p:nvPr/>
          </p:nvSpPr>
          <p:spPr>
            <a:xfrm>
              <a:off x="3758022" y="3565669"/>
              <a:ext cx="111564" cy="128983"/>
            </a:xfrm>
            <a:custGeom>
              <a:avLst/>
              <a:gdLst/>
              <a:ahLst/>
              <a:cxnLst/>
              <a:rect l="l" t="t" r="r" b="b"/>
              <a:pathLst>
                <a:path w="807" h="933" extrusionOk="0">
                  <a:moveTo>
                    <a:pt x="179" y="1"/>
                  </a:moveTo>
                  <a:cubicBezTo>
                    <a:pt x="145" y="1"/>
                    <a:pt x="111" y="12"/>
                    <a:pt x="81" y="34"/>
                  </a:cubicBezTo>
                  <a:cubicBezTo>
                    <a:pt x="11" y="76"/>
                    <a:pt x="1" y="173"/>
                    <a:pt x="45" y="244"/>
                  </a:cubicBezTo>
                  <a:lnTo>
                    <a:pt x="526" y="874"/>
                  </a:lnTo>
                  <a:cubicBezTo>
                    <a:pt x="555" y="913"/>
                    <a:pt x="600" y="933"/>
                    <a:pt x="643" y="933"/>
                  </a:cubicBezTo>
                  <a:cubicBezTo>
                    <a:pt x="676" y="933"/>
                    <a:pt x="709" y="922"/>
                    <a:pt x="735" y="899"/>
                  </a:cubicBezTo>
                  <a:cubicBezTo>
                    <a:pt x="754" y="891"/>
                    <a:pt x="763" y="874"/>
                    <a:pt x="780" y="863"/>
                  </a:cubicBezTo>
                  <a:cubicBezTo>
                    <a:pt x="807" y="811"/>
                    <a:pt x="807" y="742"/>
                    <a:pt x="771" y="689"/>
                  </a:cubicBezTo>
                  <a:lnTo>
                    <a:pt x="291" y="60"/>
                  </a:lnTo>
                  <a:cubicBezTo>
                    <a:pt x="266" y="20"/>
                    <a:pt x="223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3857281" y="3753957"/>
              <a:ext cx="67740" cy="824770"/>
            </a:xfrm>
            <a:custGeom>
              <a:avLst/>
              <a:gdLst/>
              <a:ahLst/>
              <a:cxnLst/>
              <a:rect l="l" t="t" r="r" b="b"/>
              <a:pathLst>
                <a:path w="490" h="5966" extrusionOk="0">
                  <a:moveTo>
                    <a:pt x="271" y="1"/>
                  </a:moveTo>
                  <a:cubicBezTo>
                    <a:pt x="150" y="1"/>
                    <a:pt x="45" y="106"/>
                    <a:pt x="45" y="228"/>
                  </a:cubicBezTo>
                  <a:lnTo>
                    <a:pt x="9" y="5212"/>
                  </a:lnTo>
                  <a:cubicBezTo>
                    <a:pt x="1" y="5308"/>
                    <a:pt x="62" y="5388"/>
                    <a:pt x="141" y="5422"/>
                  </a:cubicBezTo>
                  <a:lnTo>
                    <a:pt x="133" y="5877"/>
                  </a:lnTo>
                  <a:cubicBezTo>
                    <a:pt x="133" y="5921"/>
                    <a:pt x="166" y="5965"/>
                    <a:pt x="219" y="5965"/>
                  </a:cubicBezTo>
                  <a:cubicBezTo>
                    <a:pt x="271" y="5965"/>
                    <a:pt x="307" y="5921"/>
                    <a:pt x="307" y="5877"/>
                  </a:cubicBezTo>
                  <a:lnTo>
                    <a:pt x="315" y="5422"/>
                  </a:lnTo>
                  <a:cubicBezTo>
                    <a:pt x="395" y="5388"/>
                    <a:pt x="448" y="5308"/>
                    <a:pt x="448" y="5220"/>
                  </a:cubicBezTo>
                  <a:lnTo>
                    <a:pt x="490" y="228"/>
                  </a:lnTo>
                  <a:cubicBezTo>
                    <a:pt x="490" y="106"/>
                    <a:pt x="395" y="9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3903178" y="3745939"/>
              <a:ext cx="777628" cy="325705"/>
            </a:xfrm>
            <a:custGeom>
              <a:avLst/>
              <a:gdLst/>
              <a:ahLst/>
              <a:cxnLst/>
              <a:rect l="l" t="t" r="r" b="b"/>
              <a:pathLst>
                <a:path w="5625" h="2356" extrusionOk="0">
                  <a:moveTo>
                    <a:pt x="258" y="0"/>
                  </a:moveTo>
                  <a:cubicBezTo>
                    <a:pt x="170" y="0"/>
                    <a:pt x="87" y="57"/>
                    <a:pt x="53" y="147"/>
                  </a:cubicBezTo>
                  <a:cubicBezTo>
                    <a:pt x="0" y="260"/>
                    <a:pt x="63" y="382"/>
                    <a:pt x="177" y="426"/>
                  </a:cubicBezTo>
                  <a:lnTo>
                    <a:pt x="4827" y="2235"/>
                  </a:lnTo>
                  <a:cubicBezTo>
                    <a:pt x="4854" y="2244"/>
                    <a:pt x="4881" y="2248"/>
                    <a:pt x="4908" y="2248"/>
                  </a:cubicBezTo>
                  <a:cubicBezTo>
                    <a:pt x="4967" y="2248"/>
                    <a:pt x="5022" y="2226"/>
                    <a:pt x="5064" y="2183"/>
                  </a:cubicBezTo>
                  <a:lnTo>
                    <a:pt x="5492" y="2351"/>
                  </a:lnTo>
                  <a:cubicBezTo>
                    <a:pt x="5501" y="2354"/>
                    <a:pt x="5511" y="2356"/>
                    <a:pt x="5520" y="2356"/>
                  </a:cubicBezTo>
                  <a:cubicBezTo>
                    <a:pt x="5556" y="2356"/>
                    <a:pt x="5592" y="2331"/>
                    <a:pt x="5606" y="2298"/>
                  </a:cubicBezTo>
                  <a:cubicBezTo>
                    <a:pt x="5625" y="2254"/>
                    <a:pt x="5597" y="2202"/>
                    <a:pt x="5553" y="2183"/>
                  </a:cubicBezTo>
                  <a:lnTo>
                    <a:pt x="5125" y="2017"/>
                  </a:lnTo>
                  <a:cubicBezTo>
                    <a:pt x="5125" y="1931"/>
                    <a:pt x="5073" y="1851"/>
                    <a:pt x="4985" y="1826"/>
                  </a:cubicBezTo>
                  <a:lnTo>
                    <a:pt x="334" y="15"/>
                  </a:lnTo>
                  <a:cubicBezTo>
                    <a:pt x="309" y="5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3801569" y="3782021"/>
              <a:ext cx="493396" cy="387639"/>
            </a:xfrm>
            <a:custGeom>
              <a:avLst/>
              <a:gdLst/>
              <a:ahLst/>
              <a:cxnLst/>
              <a:rect l="l" t="t" r="r" b="b"/>
              <a:pathLst>
                <a:path w="3569" h="2804" extrusionOk="0">
                  <a:moveTo>
                    <a:pt x="3504" y="0"/>
                  </a:moveTo>
                  <a:cubicBezTo>
                    <a:pt x="3481" y="0"/>
                    <a:pt x="3455" y="9"/>
                    <a:pt x="3430" y="25"/>
                  </a:cubicBezTo>
                  <a:lnTo>
                    <a:pt x="81" y="2623"/>
                  </a:lnTo>
                  <a:cubicBezTo>
                    <a:pt x="28" y="2656"/>
                    <a:pt x="1" y="2728"/>
                    <a:pt x="20" y="2772"/>
                  </a:cubicBezTo>
                  <a:cubicBezTo>
                    <a:pt x="28" y="2793"/>
                    <a:pt x="45" y="2803"/>
                    <a:pt x="67" y="2803"/>
                  </a:cubicBezTo>
                  <a:cubicBezTo>
                    <a:pt x="89" y="2803"/>
                    <a:pt x="115" y="2793"/>
                    <a:pt x="141" y="2772"/>
                  </a:cubicBezTo>
                  <a:lnTo>
                    <a:pt x="3491" y="182"/>
                  </a:lnTo>
                  <a:lnTo>
                    <a:pt x="3516" y="157"/>
                  </a:lnTo>
                  <a:cubicBezTo>
                    <a:pt x="3552" y="113"/>
                    <a:pt x="3568" y="69"/>
                    <a:pt x="3560" y="33"/>
                  </a:cubicBezTo>
                  <a:cubicBezTo>
                    <a:pt x="3551" y="11"/>
                    <a:pt x="3530" y="0"/>
                    <a:pt x="35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3766732" y="3642671"/>
              <a:ext cx="245385" cy="224786"/>
            </a:xfrm>
            <a:custGeom>
              <a:avLst/>
              <a:gdLst/>
              <a:ahLst/>
              <a:cxnLst/>
              <a:rect l="l" t="t" r="r" b="b"/>
              <a:pathLst>
                <a:path w="1775" h="1626" extrusionOk="0">
                  <a:moveTo>
                    <a:pt x="895" y="0"/>
                  </a:moveTo>
                  <a:cubicBezTo>
                    <a:pt x="839" y="0"/>
                    <a:pt x="782" y="6"/>
                    <a:pt x="725" y="19"/>
                  </a:cubicBezTo>
                  <a:cubicBezTo>
                    <a:pt x="288" y="107"/>
                    <a:pt x="1" y="535"/>
                    <a:pt x="95" y="980"/>
                  </a:cubicBezTo>
                  <a:cubicBezTo>
                    <a:pt x="173" y="1364"/>
                    <a:pt x="510" y="1626"/>
                    <a:pt x="893" y="1626"/>
                  </a:cubicBezTo>
                  <a:cubicBezTo>
                    <a:pt x="948" y="1626"/>
                    <a:pt x="1003" y="1621"/>
                    <a:pt x="1059" y="1610"/>
                  </a:cubicBezTo>
                  <a:cubicBezTo>
                    <a:pt x="1495" y="1513"/>
                    <a:pt x="1774" y="1085"/>
                    <a:pt x="1688" y="648"/>
                  </a:cubicBezTo>
                  <a:cubicBezTo>
                    <a:pt x="1604" y="269"/>
                    <a:pt x="1269" y="0"/>
                    <a:pt x="8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9" name="Google Shape;819;p34"/>
          <p:cNvSpPr/>
          <p:nvPr/>
        </p:nvSpPr>
        <p:spPr>
          <a:xfrm>
            <a:off x="7598262" y="396205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FBD745-D9EE-466D-8B46-2A9800CB7131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Цель проекта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1" name="Google Shape;941;p38"/>
          <p:cNvSpPr txBox="1">
            <a:spLocks noGrp="1"/>
          </p:cNvSpPr>
          <p:nvPr>
            <p:ph type="subTitle" idx="2"/>
          </p:nvPr>
        </p:nvSpPr>
        <p:spPr>
          <a:xfrm>
            <a:off x="772037" y="1153562"/>
            <a:ext cx="7207531" cy="2818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Целью проекта является разработка автоматизированной информационной системы (АИС) контроля оборудование в образовательном учреждении ПТК ПТИ НовГУ с использованием разработанной нормализованной базы данных и ее объектов.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04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Научиться проводить анализ существующих данных и отображать их в системе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Научиться нормализовывать базу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Научиться качественно выстраивать архитектуру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4303149" y="3875325"/>
            <a:ext cx="3504969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Стремиться к написанию качественного программного кода на основе существующих практик написания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8" name="Google Shape;838;p36"/>
          <p:cNvSpPr txBox="1">
            <a:spLocks noGrp="1"/>
          </p:cNvSpPr>
          <p:nvPr>
            <p:ph type="title" idx="5"/>
          </p:nvPr>
        </p:nvSpPr>
        <p:spPr>
          <a:xfrm>
            <a:off x="955025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title" idx="7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0" name="Google Shape;840;p36"/>
          <p:cNvSpPr txBox="1">
            <a:spLocks noGrp="1"/>
          </p:cNvSpPr>
          <p:nvPr>
            <p:ph type="title" idx="8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1" name="Google Shape;841;p36"/>
          <p:cNvSpPr txBox="1">
            <a:spLocks noGrp="1"/>
          </p:cNvSpPr>
          <p:nvPr>
            <p:ph type="title" idx="6"/>
          </p:nvPr>
        </p:nvSpPr>
        <p:spPr>
          <a:xfrm>
            <a:off x="955025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42" name="Google Shape;842;p36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Нормализация БД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Построение архитектуры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955023" y="3615526"/>
            <a:ext cx="3024045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5" name="Google Shape;845;p36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Качественная разработка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07E55F-B75A-4014-85A7-5BF604E67455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Google Shape;939;p38">
            <a:extLst>
              <a:ext uri="{FF2B5EF4-FFF2-40B4-BE49-F238E27FC236}">
                <a16:creationId xmlns:a16="http://schemas.microsoft.com/office/drawing/2014/main" id="{DD7A7009-CEE4-46B7-95DA-E88F5F0C4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Задачи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4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Создание серверной части приложения на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Next.js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прототипа и документирование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объектов базы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4303150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клиентской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приложения 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части на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Next.js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8" name="Google Shape;838;p36"/>
          <p:cNvSpPr txBox="1">
            <a:spLocks noGrp="1"/>
          </p:cNvSpPr>
          <p:nvPr>
            <p:ph type="title" idx="5"/>
          </p:nvPr>
        </p:nvSpPr>
        <p:spPr>
          <a:xfrm>
            <a:off x="955025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title" idx="7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0" name="Google Shape;840;p36"/>
          <p:cNvSpPr txBox="1">
            <a:spLocks noGrp="1"/>
          </p:cNvSpPr>
          <p:nvPr>
            <p:ph type="title" idx="8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1" name="Google Shape;841;p36"/>
          <p:cNvSpPr txBox="1">
            <a:spLocks noGrp="1"/>
          </p:cNvSpPr>
          <p:nvPr>
            <p:ph type="title" idx="6"/>
          </p:nvPr>
        </p:nvSpPr>
        <p:spPr>
          <a:xfrm>
            <a:off x="955025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42" name="Google Shape;842;p36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Проектирование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базы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955024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5" name="Google Shape;845;p36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Frontend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07E55F-B75A-4014-85A7-5BF604E67455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Google Shape;939;p38">
            <a:extLst>
              <a:ext uri="{FF2B5EF4-FFF2-40B4-BE49-F238E27FC236}">
                <a16:creationId xmlns:a16="http://schemas.microsoft.com/office/drawing/2014/main" id="{DD7A7009-CEE4-46B7-95DA-E88F5F0C4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Этапы разработки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Инструментальные средства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12" descr="Picture background">
            <a:extLst>
              <a:ext uri="{FF2B5EF4-FFF2-40B4-BE49-F238E27FC236}">
                <a16:creationId xmlns:a16="http://schemas.microsoft.com/office/drawing/2014/main" id="{7CB5A9A8-BF90-E98B-A099-2A5C3C85D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52" y="1178772"/>
            <a:ext cx="2099259" cy="1189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Picture background">
            <a:extLst>
              <a:ext uri="{FF2B5EF4-FFF2-40B4-BE49-F238E27FC236}">
                <a16:creationId xmlns:a16="http://schemas.microsoft.com/office/drawing/2014/main" id="{390D685E-DA7E-0E9E-07BB-AFC50C627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612" y="1200578"/>
            <a:ext cx="1111032" cy="1145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Picture background">
            <a:extLst>
              <a:ext uri="{FF2B5EF4-FFF2-40B4-BE49-F238E27FC236}">
                <a16:creationId xmlns:a16="http://schemas.microsoft.com/office/drawing/2014/main" id="{490AFE13-5A00-4A67-9466-6A8068E6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559" y="1182295"/>
            <a:ext cx="1145686" cy="1145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41A568A-0575-4912-A6AE-74A0941E6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854" y="3008781"/>
            <a:ext cx="1067893" cy="106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3">
            <a:extLst>
              <a:ext uri="{FF2B5EF4-FFF2-40B4-BE49-F238E27FC236}">
                <a16:creationId xmlns:a16="http://schemas.microsoft.com/office/drawing/2014/main" id="{79759E7A-18BA-4F37-8C92-10389FC1B5BE}"/>
              </a:ext>
            </a:extLst>
          </p:cNvPr>
          <p:cNvSpPr txBox="1"/>
          <p:nvPr/>
        </p:nvSpPr>
        <p:spPr>
          <a:xfrm>
            <a:off x="4024903" y="2368071"/>
            <a:ext cx="133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pgAdmin4</a:t>
            </a:r>
            <a:endParaRPr lang="ru-RU" dirty="0"/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3321D7F9-2193-4C0D-BA83-2F0E126D98A3}"/>
              </a:ext>
            </a:extLst>
          </p:cNvPr>
          <p:cNvSpPr txBox="1"/>
          <p:nvPr/>
        </p:nvSpPr>
        <p:spPr>
          <a:xfrm>
            <a:off x="1161072" y="2353429"/>
            <a:ext cx="139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PowerPoint</a:t>
            </a:r>
            <a:endParaRPr lang="ru-RU" dirty="0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50F0A45C-CDCC-48C9-AE2E-8C49937F4E56}"/>
              </a:ext>
            </a:extLst>
          </p:cNvPr>
          <p:cNvSpPr txBox="1"/>
          <p:nvPr/>
        </p:nvSpPr>
        <p:spPr>
          <a:xfrm>
            <a:off x="7291385" y="2316140"/>
            <a:ext cx="85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Figma</a:t>
            </a:r>
            <a:endParaRPr lang="ru-RU" dirty="0"/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D8BD7359-BCEA-4A0D-B11A-4E997482B519}"/>
              </a:ext>
            </a:extLst>
          </p:cNvPr>
          <p:cNvSpPr txBox="1"/>
          <p:nvPr/>
        </p:nvSpPr>
        <p:spPr>
          <a:xfrm>
            <a:off x="6199159" y="4230987"/>
            <a:ext cx="74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Word</a:t>
            </a:r>
            <a:endParaRPr lang="ru-RU" dirty="0"/>
          </a:p>
        </p:txBody>
      </p:sp>
      <p:sp>
        <p:nvSpPr>
          <p:cNvPr id="17" name="TextBox 48">
            <a:extLst>
              <a:ext uri="{FF2B5EF4-FFF2-40B4-BE49-F238E27FC236}">
                <a16:creationId xmlns:a16="http://schemas.microsoft.com/office/drawing/2014/main" id="{9245F423-B02F-4EC5-A6DF-24C77436EF7D}"/>
              </a:ext>
            </a:extLst>
          </p:cNvPr>
          <p:cNvSpPr txBox="1"/>
          <p:nvPr/>
        </p:nvSpPr>
        <p:spPr>
          <a:xfrm>
            <a:off x="2538085" y="4230987"/>
            <a:ext cx="110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VS Code</a:t>
            </a:r>
            <a:endParaRPr lang="ru-RU" dirty="0"/>
          </a:p>
        </p:txBody>
      </p:sp>
      <p:pic>
        <p:nvPicPr>
          <p:cNvPr id="11" name="Picture 8" descr="Picture background">
            <a:extLst>
              <a:ext uri="{FF2B5EF4-FFF2-40B4-BE49-F238E27FC236}">
                <a16:creationId xmlns:a16="http://schemas.microsoft.com/office/drawing/2014/main" id="{AC2C0538-27E8-AEC5-8C3F-1B8AC864E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302" y="3097625"/>
            <a:ext cx="1166052" cy="108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0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09709" y="388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Технологии и инструменты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79759E7A-18BA-4F37-8C92-10389FC1B5BE}"/>
              </a:ext>
            </a:extLst>
          </p:cNvPr>
          <p:cNvSpPr txBox="1"/>
          <p:nvPr/>
        </p:nvSpPr>
        <p:spPr>
          <a:xfrm>
            <a:off x="3765475" y="2353429"/>
            <a:ext cx="159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Tailwind CSS</a:t>
            </a:r>
            <a:endParaRPr lang="ru-RU" dirty="0"/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3321D7F9-2193-4C0D-BA83-2F0E126D98A3}"/>
              </a:ext>
            </a:extLst>
          </p:cNvPr>
          <p:cNvSpPr txBox="1"/>
          <p:nvPr/>
        </p:nvSpPr>
        <p:spPr>
          <a:xfrm>
            <a:off x="1161072" y="2353429"/>
            <a:ext cx="139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Typescript</a:t>
            </a:r>
            <a:endParaRPr lang="ru-RU" dirty="0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50F0A45C-CDCC-48C9-AE2E-8C49937F4E56}"/>
              </a:ext>
            </a:extLst>
          </p:cNvPr>
          <p:cNvSpPr txBox="1"/>
          <p:nvPr/>
        </p:nvSpPr>
        <p:spPr>
          <a:xfrm>
            <a:off x="6941246" y="2353429"/>
            <a:ext cx="99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Next.js</a:t>
            </a:r>
            <a:endParaRPr lang="ru-RU" dirty="0"/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D8BD7359-BCEA-4A0D-B11A-4E997482B519}"/>
              </a:ext>
            </a:extLst>
          </p:cNvPr>
          <p:cNvSpPr txBox="1"/>
          <p:nvPr/>
        </p:nvSpPr>
        <p:spPr>
          <a:xfrm>
            <a:off x="5501840" y="4232555"/>
            <a:ext cx="1487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Drizzle ORM</a:t>
            </a:r>
            <a:endParaRPr lang="ru-RU" dirty="0"/>
          </a:p>
        </p:txBody>
      </p:sp>
      <p:sp>
        <p:nvSpPr>
          <p:cNvPr id="17" name="TextBox 48">
            <a:extLst>
              <a:ext uri="{FF2B5EF4-FFF2-40B4-BE49-F238E27FC236}">
                <a16:creationId xmlns:a16="http://schemas.microsoft.com/office/drawing/2014/main" id="{9245F423-B02F-4EC5-A6DF-24C77436EF7D}"/>
              </a:ext>
            </a:extLst>
          </p:cNvPr>
          <p:cNvSpPr txBox="1"/>
          <p:nvPr/>
        </p:nvSpPr>
        <p:spPr>
          <a:xfrm>
            <a:off x="2458929" y="4297355"/>
            <a:ext cx="159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Postgre SQL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181E0E0-536A-4CA6-B2BD-850AA2947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18" y="1039304"/>
            <a:ext cx="1328767" cy="132876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88F0CB6-52DF-412E-8E43-4E8F15191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89" y="1003084"/>
            <a:ext cx="1350345" cy="13503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E52E073-567A-4A4B-A79D-96DC91CE9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966" y="894825"/>
            <a:ext cx="1566862" cy="156686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0E78F0D-4EA8-4DAF-9126-6ED396109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064" y="2828923"/>
            <a:ext cx="1473689" cy="1473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555B27-96C9-42C5-8999-A3D2D169E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1908" y="2701927"/>
            <a:ext cx="1727680" cy="17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4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IDEF0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39AECFB-F732-43CB-B7D5-AF0F8ACC89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18876" y="731375"/>
            <a:ext cx="5310585" cy="392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4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Декомпозиция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IDEF0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8C6823-C033-4F70-8E04-E1A706F2BA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75656" y="874663"/>
            <a:ext cx="7546838" cy="401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Реляционная модель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5B56BB-B518-4AAA-AE1D-05F44AFB5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82" y="803689"/>
            <a:ext cx="3607593" cy="41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0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E6CD38-BCE9-486A-A679-AE047387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795756"/>
            <a:ext cx="8185954" cy="35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9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Ссылка 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4B99CC-173A-4A03-9EC3-8F6C4703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42" y="973873"/>
            <a:ext cx="3753315" cy="375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3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equipment_by_room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E6E723-609F-4DFE-B6AC-1D886C7A7DA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7874" y="731975"/>
            <a:ext cx="5459820" cy="23680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1DC291-D4FD-49CA-90E8-3F5635E617B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7874" y="3256280"/>
            <a:ext cx="6202045" cy="127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74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equipment_status_stats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7ED0CF-4A1E-4212-A23D-23516ADED0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8020" y="958210"/>
            <a:ext cx="5096510" cy="1371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F66623-9A44-403D-9DDE-CD9EC42943B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91540" y="2775430"/>
            <a:ext cx="26670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42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equipment_by_type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974319-FFDD-4154-A123-1A0A551831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9999" y="751784"/>
            <a:ext cx="5942330" cy="24758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48DA3B-9EAC-442E-BFCC-CB0350B9F2E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7874" y="3349568"/>
            <a:ext cx="6651625" cy="135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11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Хранимая функция для поиска дубликатов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4AC6CF-72C4-42EC-A3FD-22CA2C1CE18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4994" y="1455024"/>
            <a:ext cx="6903085" cy="28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3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Хранимая процедура списания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BD024F-F67B-4DDD-B6C5-3EB536C72A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5785" y="868362"/>
            <a:ext cx="5942330" cy="34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36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Триггер перемещения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0B7E79-7F1C-4853-B3CE-0A0A4AAE88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5589" y="817609"/>
            <a:ext cx="5338699" cy="27973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10397B-B7E1-4C05-8DE4-D7B1DABB5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672" y="2388108"/>
            <a:ext cx="5862824" cy="79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55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ERD</a:t>
            </a:r>
            <a:endParaRPr lang="ru-R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BA510B-407B-4DBB-9915-383702FF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52" y="731975"/>
            <a:ext cx="7231463" cy="42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06147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Thinking Workshop by Slidesgo">
  <a:themeElements>
    <a:clrScheme name="Simple Light">
      <a:dk1>
        <a:srgbClr val="333333"/>
      </a:dk1>
      <a:lt1>
        <a:srgbClr val="F8F8F8"/>
      </a:lt1>
      <a:dk2>
        <a:srgbClr val="EBC122"/>
      </a:dk2>
      <a:lt2>
        <a:srgbClr val="6E6E6C"/>
      </a:lt2>
      <a:accent1>
        <a:srgbClr val="B4B4B2"/>
      </a:accent1>
      <a:accent2>
        <a:srgbClr val="E7E7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184</Words>
  <Application>Microsoft Office PowerPoint</Application>
  <PresentationFormat>Экран (16:9)</PresentationFormat>
  <Paragraphs>56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Sora</vt:lpstr>
      <vt:lpstr>Lato</vt:lpstr>
      <vt:lpstr>Calibri</vt:lpstr>
      <vt:lpstr>Sora ExtraBold</vt:lpstr>
      <vt:lpstr>Figtree</vt:lpstr>
      <vt:lpstr>Open Sans</vt:lpstr>
      <vt:lpstr>Design Thinking Workshop by Slidesgo</vt:lpstr>
      <vt:lpstr>Мой колледж</vt:lpstr>
      <vt:lpstr>Цель проекта</vt:lpstr>
      <vt:lpstr>01</vt:lpstr>
      <vt:lpstr>01</vt:lpstr>
      <vt:lpstr>Инструментальные средства</vt:lpstr>
      <vt:lpstr>Технологии и инструменты</vt:lpstr>
      <vt:lpstr>IDEF0</vt:lpstr>
      <vt:lpstr>Декомпозиция IDEF0</vt:lpstr>
      <vt:lpstr>Реляционная модель</vt:lpstr>
      <vt:lpstr>Прототип</vt:lpstr>
      <vt:lpstr>Ссылка прототип</vt:lpstr>
      <vt:lpstr>Представление equipment_by_room</vt:lpstr>
      <vt:lpstr>Представление equipment_status_stats</vt:lpstr>
      <vt:lpstr>Представление equipment_by_type</vt:lpstr>
      <vt:lpstr>Хранимая функция для поиска дубликатов оборудования</vt:lpstr>
      <vt:lpstr>Хранимая процедура списания оборудования</vt:lpstr>
      <vt:lpstr>Триггер перемещения оборудования</vt:lpstr>
      <vt:lpstr>ERD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Workshop</dc:title>
  <cp:lastModifiedBy>Comper 123</cp:lastModifiedBy>
  <cp:revision>96</cp:revision>
  <dcterms:modified xsi:type="dcterms:W3CDTF">2026-05-10T20:17:35Z</dcterms:modified>
</cp:coreProperties>
</file>